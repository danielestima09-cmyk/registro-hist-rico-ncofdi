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B7F"/>
    <a:srgbClr val="C8F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6AC26-947E-4DB2-B53B-05FE8BC29EBA}" v="1" dt="2026-07-10T02:12:05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DEC0-F468-0CC2-566A-374B70AE7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A2BB3-E617-12D3-E866-031720580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76FEC-B3C7-C447-CAB2-DE9B10BC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ABE3B-9344-AF9B-8A43-A139F466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3705E-58F0-E9F8-733B-D5F04A31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7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A6DB-D56B-73E8-83B7-3430F03A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55297-AB36-1F42-D3C5-738F559F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AB53B-12EA-194F-9D01-B5EA9CF20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B0A6-FE02-C42F-7082-D5D1AA82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333D5-47E6-4EDB-B733-FBB457C5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5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5206-E3B9-A00B-A2DE-58D8FF86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8CE27-FAA0-35BC-7141-B9F7899E4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95AE-8FD0-B7EA-D7EB-3E28E0901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97EF0-C98C-3C38-F9AC-B63BD0C6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94CFD-496B-8B3D-2353-B7DC62884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6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A62D-98A1-7555-41FB-2B64920D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D5BAC-6C28-EEC9-DB22-824B03FB1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CD901-EABE-39CA-BB30-D671AD6DD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24219-8829-93E1-11ED-89B87470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BEF6C-AC83-1ACA-4A35-4D05CEAF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9D7AD-DA8A-AD43-4A94-EFED9073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7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7492-9098-6521-A7DC-63581F0F3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CA37-6666-42D7-6DC1-1B9B0DD24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10BB1-A829-5A00-B262-E05B1EDA6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4CED0-5B48-E541-27E5-22B9BD51E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4034C-022A-63FB-5649-9BF1B3F05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4AC27-ED35-CF33-2E12-B46596EE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CD32F-B74C-906C-8B7E-9DCB4295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09C62-9087-324D-0827-6B16442B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5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5E8E-C485-F4EA-4BD8-4F775954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F9E09-2007-D336-BFA0-5AB2752A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48980-F2EA-D08C-7415-7C8820B3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B6C78-1281-366D-C6F3-89809712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6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8FAAC-6067-1011-5AEE-98441B06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E5902-C904-0872-61B0-BFAB1751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BA10-A0EE-BAB5-9357-1D659287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8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F458-A7FB-09DB-F281-6AA25628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F27B5-CA4D-7A32-3525-4887EDE43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96211-5DD0-B78F-3146-EC75E8354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40015-ECA6-6255-8D38-0E071E60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B07A8-8002-0C5A-76C2-F66BC455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5B103-9EEF-9B5D-1048-787A6C93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8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48FC-A91F-4FF6-B532-52879B17C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D5F43-CF4F-B94F-6F6A-6DABFCD50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82EBC-A748-467D-A508-C8C01512D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B619C-D772-73EC-E0B2-FF0B8EF8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0648C-6B9C-AA96-1061-1E217CA00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BE6B2-E38E-C5E8-174B-C01B642F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5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621D4-62FE-F26C-E777-8E831F0B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8DFD1-CBA6-F1AD-A192-92289FABC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24782-B32E-9E53-3608-C54EB452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1BC52-B827-585C-88B3-38800E53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F2308-D340-39ED-AD3B-903BC721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1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36803-391E-35C0-80FE-8F15E724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4A2B0-8C03-6406-A689-335634261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9A20E-BB6D-A33F-5924-F370A5A4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A0660-7460-132E-9FF9-B88079AF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8AFCB-C7CE-4D90-0BB3-0EA742D8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3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6751B-2740-0081-B0CF-28A33E13D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7E229-A9FE-BC85-6A48-27990BD7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5D5D-8F59-5DD2-2355-F65D247CE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E1473-F7B7-4AC4-BCD4-BD5415BA8C7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074EE-3881-390F-C487-CE78F1370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900C0-FA2F-E208-1C26-D61A59910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9B3F8-4D87-428B-828E-6373C80B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2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3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5" Type="http://schemas.openxmlformats.org/officeDocument/2006/relationships/image" Target="../media/image30.png"/><Relationship Id="rId10" Type="http://schemas.openxmlformats.org/officeDocument/2006/relationships/image" Target="../media/image27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DED57-4B61-B723-FB77-4F51F77D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1760ABF7-9488-14EA-7452-19540514AFFC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C8FE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CAMPEÕES - BRASIL</a:t>
            </a:r>
            <a:endParaRPr lang="en-US" sz="6000" dirty="0">
              <a:solidFill>
                <a:srgbClr val="C8FE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A blue and green shield with white text and stars&#10;&#10;AI-generated content may be incorrect.">
            <a:extLst>
              <a:ext uri="{FF2B5EF4-FFF2-40B4-BE49-F238E27FC236}">
                <a16:creationId xmlns:a16="http://schemas.microsoft.com/office/drawing/2014/main" id="{87B00E93-F258-6BCA-599F-A81D94AE0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85" y="109983"/>
            <a:ext cx="914400" cy="1234800"/>
          </a:xfrm>
          <a:prstGeom prst="rect">
            <a:avLst/>
          </a:prstGeom>
        </p:spPr>
      </p:pic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880B2CDB-054E-C9A9-7906-C3B1DD2EA1DD}"/>
              </a:ext>
            </a:extLst>
          </p:cNvPr>
          <p:cNvSpPr/>
          <p:nvPr/>
        </p:nvSpPr>
        <p:spPr>
          <a:xfrm>
            <a:off x="7008373" y="13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FD09D655-98DD-99FD-57DF-F0E9FC234206}"/>
              </a:ext>
            </a:extLst>
          </p:cNvPr>
          <p:cNvSpPr/>
          <p:nvPr/>
        </p:nvSpPr>
        <p:spPr>
          <a:xfrm>
            <a:off x="2124009" y="13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F1CCB3C9-FAEB-69CA-E903-C7F458134362}"/>
              </a:ext>
            </a:extLst>
          </p:cNvPr>
          <p:cNvSpPr/>
          <p:nvPr/>
        </p:nvSpPr>
        <p:spPr>
          <a:xfrm>
            <a:off x="2124009" y="3439385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F3483D79-6F72-9BA1-9E4C-63FAC56CE844}"/>
              </a:ext>
            </a:extLst>
          </p:cNvPr>
          <p:cNvSpPr/>
          <p:nvPr/>
        </p:nvSpPr>
        <p:spPr>
          <a:xfrm>
            <a:off x="7030433" y="3429000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31C90FA9-DAD8-9468-EA31-817B73A11382}"/>
              </a:ext>
            </a:extLst>
          </p:cNvPr>
          <p:cNvSpPr/>
          <p:nvPr/>
        </p:nvSpPr>
        <p:spPr>
          <a:xfrm>
            <a:off x="4577221" y="3439385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0E938C50-8AD6-F7A4-DDF3-70862FB30DC0}"/>
              </a:ext>
            </a:extLst>
          </p:cNvPr>
          <p:cNvSpPr/>
          <p:nvPr/>
        </p:nvSpPr>
        <p:spPr>
          <a:xfrm>
            <a:off x="4566191" y="13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C3CBF-0842-201F-35B9-2E8AA92DC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433" y="3429000"/>
            <a:ext cx="430264" cy="371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EDF789-6A1B-74B8-BF75-7E225E9F6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913" y="3841835"/>
            <a:ext cx="1018180" cy="12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BD940A-BB04-C20F-E20B-8C0ABBF9A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344" y="1344783"/>
            <a:ext cx="430264" cy="3317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9FFE50-9C2C-48AB-B57F-E4E5AC068D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104" y="1663161"/>
            <a:ext cx="1260000" cy="1260000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A9079D3C-D8D0-6846-41B0-08BC080C76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6"/>
          <a:stretch>
            <a:fillRect/>
          </a:stretch>
        </p:blipFill>
        <p:spPr>
          <a:xfrm>
            <a:off x="4519130" y="1329054"/>
            <a:ext cx="530860" cy="344908"/>
          </a:xfrm>
          <a:prstGeom prst="rect">
            <a:avLst/>
          </a:prstGeom>
        </p:spPr>
      </p:pic>
      <p:pic>
        <p:nvPicPr>
          <p:cNvPr id="261" name="Picture 260">
            <a:extLst>
              <a:ext uri="{FF2B5EF4-FFF2-40B4-BE49-F238E27FC236}">
                <a16:creationId xmlns:a16="http://schemas.microsoft.com/office/drawing/2014/main" id="{AAF035D8-14BD-7A1F-F4FE-E36D872C28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096" y="1679028"/>
            <a:ext cx="1368000" cy="1368000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56FCA73D-175C-E198-7208-8B36BA4AAC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>
            <a:fillRect/>
          </a:stretch>
        </p:blipFill>
        <p:spPr>
          <a:xfrm>
            <a:off x="6993337" y="1346052"/>
            <a:ext cx="467360" cy="329179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922A1D04-AB0E-48A6-962A-3B4970FEDB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521" y="1609161"/>
            <a:ext cx="972963" cy="1368000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8B056F5A-B48E-733A-05A5-91AF72344A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216" y="3454471"/>
            <a:ext cx="355292" cy="320175"/>
          </a:xfrm>
          <a:prstGeom prst="rect">
            <a:avLst/>
          </a:prstGeom>
        </p:spPr>
      </p:pic>
      <p:pic>
        <p:nvPicPr>
          <p:cNvPr id="272" name="Picture 271">
            <a:extLst>
              <a:ext uri="{FF2B5EF4-FFF2-40B4-BE49-F238E27FC236}">
                <a16:creationId xmlns:a16="http://schemas.microsoft.com/office/drawing/2014/main" id="{B6A81630-ED3E-8133-F66B-80A0AF1E07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02" y="3713811"/>
            <a:ext cx="1117448" cy="1368000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0E234BC5-4A1E-03C6-2F63-68E3A153F4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6"/>
          <a:stretch>
            <a:fillRect/>
          </a:stretch>
        </p:blipFill>
        <p:spPr>
          <a:xfrm>
            <a:off x="2100248" y="3439385"/>
            <a:ext cx="467360" cy="327600"/>
          </a:xfrm>
          <a:prstGeom prst="rect">
            <a:avLst/>
          </a:prstGeom>
        </p:spPr>
      </p:pic>
      <p:pic>
        <p:nvPicPr>
          <p:cNvPr id="275" name="Picture 274" descr="A green star with red and yellow circle and a red circle with a yellow circle on it&#10;&#10;AI-generated content may be incorrect.">
            <a:extLst>
              <a:ext uri="{FF2B5EF4-FFF2-40B4-BE49-F238E27FC236}">
                <a16:creationId xmlns:a16="http://schemas.microsoft.com/office/drawing/2014/main" id="{38223961-FFEB-7F33-3022-53CA9C065FE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374" y="3645000"/>
            <a:ext cx="1368000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0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751F4-35BF-32C7-4ECC-9CB54D8A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3EAF8C70-5C92-7B5C-AEFE-D79FB96AD8CF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C8FE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REBAIXADOS - BRASIL</a:t>
            </a:r>
            <a:endParaRPr lang="en-US" sz="6000" dirty="0">
              <a:solidFill>
                <a:srgbClr val="C8FE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A blue and green shield with white text and stars&#10;&#10;AI-generated content may be incorrect.">
            <a:extLst>
              <a:ext uri="{FF2B5EF4-FFF2-40B4-BE49-F238E27FC236}">
                <a16:creationId xmlns:a16="http://schemas.microsoft.com/office/drawing/2014/main" id="{7697C24A-EEA3-0B83-DA8E-DBFE25603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85" y="109983"/>
            <a:ext cx="914400" cy="1234800"/>
          </a:xfrm>
          <a:prstGeom prst="rect">
            <a:avLst/>
          </a:prstGeom>
        </p:spPr>
      </p:pic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800B7B15-4277-2D19-F452-0C8011114CE7}"/>
              </a:ext>
            </a:extLst>
          </p:cNvPr>
          <p:cNvSpPr/>
          <p:nvPr/>
        </p:nvSpPr>
        <p:spPr>
          <a:xfrm>
            <a:off x="2124007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BDE011-0119-3E16-87B1-D8AAD1C12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342" y="2244783"/>
            <a:ext cx="430264" cy="331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341A3C-4321-1F77-F244-26CE1B29E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321" y="2588568"/>
            <a:ext cx="594000" cy="59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C82AD6-F39C-9C96-7E23-CD9E1B5B79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230" y="2588568"/>
            <a:ext cx="594000" cy="59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45CF11-49A3-488F-CDD9-B13047E973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817" y="3205571"/>
            <a:ext cx="594000" cy="59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BF0E54-577F-0FAB-F436-887A2C5501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2"/>
          <a:stretch>
            <a:fillRect/>
          </a:stretch>
        </p:blipFill>
        <p:spPr>
          <a:xfrm>
            <a:off x="2190887" y="3194634"/>
            <a:ext cx="594868" cy="595296"/>
          </a:xfrm>
          <a:prstGeom prst="rect">
            <a:avLst/>
          </a:prstGeom>
        </p:spPr>
      </p:pic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FC43D926-B7C4-F183-018A-29ECB31D73EA}"/>
              </a:ext>
            </a:extLst>
          </p:cNvPr>
          <p:cNvSpPr/>
          <p:nvPr/>
        </p:nvSpPr>
        <p:spPr>
          <a:xfrm>
            <a:off x="7187993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3A375568-23F4-FCCB-0A57-721C8888D306}"/>
              </a:ext>
            </a:extLst>
          </p:cNvPr>
          <p:cNvSpPr/>
          <p:nvPr/>
        </p:nvSpPr>
        <p:spPr>
          <a:xfrm>
            <a:off x="4656000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11B41C-2CE1-E3C1-698D-09E7E1702F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6"/>
          <a:stretch>
            <a:fillRect/>
          </a:stretch>
        </p:blipFill>
        <p:spPr>
          <a:xfrm>
            <a:off x="4620440" y="2231594"/>
            <a:ext cx="530860" cy="344908"/>
          </a:xfrm>
          <a:prstGeom prst="rect">
            <a:avLst/>
          </a:prstGeom>
        </p:spPr>
      </p:pic>
      <p:pic>
        <p:nvPicPr>
          <p:cNvPr id="296" name="Picture 295">
            <a:extLst>
              <a:ext uri="{FF2B5EF4-FFF2-40B4-BE49-F238E27FC236}">
                <a16:creationId xmlns:a16="http://schemas.microsoft.com/office/drawing/2014/main" id="{E086720A-3732-ECF4-1E10-0C4D571D81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69" y="2588568"/>
            <a:ext cx="594000" cy="594000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B569057D-ED81-8CC2-E8CE-6819B12625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38" y="2611571"/>
            <a:ext cx="538462" cy="594000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E52C5AEB-3245-36B1-B38D-FC9AD250E0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439" y="3205571"/>
            <a:ext cx="468639" cy="594000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354F941A-1628-83F8-F12D-2AFB58939C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053" y="3227388"/>
            <a:ext cx="590252" cy="594000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C00C39BA-A59E-7FBE-D81F-0653435AF2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>
            <a:fillRect/>
          </a:stretch>
        </p:blipFill>
        <p:spPr>
          <a:xfrm>
            <a:off x="7187993" y="2244783"/>
            <a:ext cx="467360" cy="329179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FC108DEB-A8DA-2927-5E86-CBFB896FCD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913" y="2732388"/>
            <a:ext cx="792000" cy="792000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64EE03E5-94C8-ECBC-B1A2-52CF691FBCA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373" y="2732388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7781C-7217-26DB-5A51-0147C920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CC30EEBF-4851-41BA-F047-E3B9AE8D0F04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C8FE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PROMOVIDOS - BRASIL</a:t>
            </a:r>
            <a:endParaRPr lang="en-US" sz="6000" dirty="0">
              <a:solidFill>
                <a:srgbClr val="C8FE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A blue and green shield with white text and stars&#10;&#10;AI-generated content may be incorrect.">
            <a:extLst>
              <a:ext uri="{FF2B5EF4-FFF2-40B4-BE49-F238E27FC236}">
                <a16:creationId xmlns:a16="http://schemas.microsoft.com/office/drawing/2014/main" id="{44EFB41B-2587-FCC2-860C-614488330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85" y="109983"/>
            <a:ext cx="914400" cy="1234800"/>
          </a:xfrm>
          <a:prstGeom prst="rect">
            <a:avLst/>
          </a:prstGeom>
        </p:spPr>
      </p:pic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87408029-875B-0417-3535-EFEF298BDB5A}"/>
              </a:ext>
            </a:extLst>
          </p:cNvPr>
          <p:cNvSpPr/>
          <p:nvPr/>
        </p:nvSpPr>
        <p:spPr>
          <a:xfrm>
            <a:off x="2124007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E16E2717-55C0-0F72-F30B-DA0342A6DA57}"/>
              </a:ext>
            </a:extLst>
          </p:cNvPr>
          <p:cNvSpPr/>
          <p:nvPr/>
        </p:nvSpPr>
        <p:spPr>
          <a:xfrm>
            <a:off x="7187993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A65972A8-6592-9031-B913-95640C7B385E}"/>
              </a:ext>
            </a:extLst>
          </p:cNvPr>
          <p:cNvSpPr/>
          <p:nvPr/>
        </p:nvSpPr>
        <p:spPr>
          <a:xfrm>
            <a:off x="4656000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898358-6A45-7979-4520-D895E9E74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6"/>
          <a:stretch>
            <a:fillRect/>
          </a:stretch>
        </p:blipFill>
        <p:spPr>
          <a:xfrm>
            <a:off x="2087044" y="2238188"/>
            <a:ext cx="530860" cy="344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2F59E4-710A-B292-CB88-D40C08F28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569" y="2588568"/>
            <a:ext cx="594000" cy="59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CC7826-9579-7687-3870-91C6FEA47B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899" y="2576502"/>
            <a:ext cx="594000" cy="59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33F4A6-339A-E801-350F-4F127DCEEF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62" y="3200491"/>
            <a:ext cx="594000" cy="59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3E9344-52D4-983D-AAD6-6443ABD89F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472" y="3182568"/>
            <a:ext cx="450854" cy="59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186C0C-D3D7-DF60-0EED-873F23EB98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>
            <a:fillRect/>
          </a:stretch>
        </p:blipFill>
        <p:spPr>
          <a:xfrm>
            <a:off x="4652190" y="2247323"/>
            <a:ext cx="467360" cy="3291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436B4D-3C69-AF44-9521-F8821241D8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303" y="2588568"/>
            <a:ext cx="422471" cy="594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BB69C3-603B-D000-481B-1970A0EB88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283" y="2588568"/>
            <a:ext cx="602536" cy="594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0982A9-1F75-42B3-7DE0-882E2A0545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169" y="3205571"/>
            <a:ext cx="496737" cy="594000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A14AD3C8-B16C-9B13-E0CA-6535DB8F3A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868" y="3236339"/>
            <a:ext cx="594000" cy="594000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819A6DE3-2643-EDD6-3D37-7F683F7737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6"/>
          <a:stretch>
            <a:fillRect/>
          </a:stretch>
        </p:blipFill>
        <p:spPr>
          <a:xfrm>
            <a:off x="7187993" y="2241057"/>
            <a:ext cx="467360" cy="327600"/>
          </a:xfrm>
          <a:prstGeom prst="rect">
            <a:avLst/>
          </a:prstGeom>
        </p:spPr>
      </p:pic>
      <p:pic>
        <p:nvPicPr>
          <p:cNvPr id="290" name="Picture 289" descr="A green star with red and yellow circle and a red circle with a yellow circle on it&#10;&#10;AI-generated content may be incorrect.">
            <a:extLst>
              <a:ext uri="{FF2B5EF4-FFF2-40B4-BE49-F238E27FC236}">
                <a16:creationId xmlns:a16="http://schemas.microsoft.com/office/drawing/2014/main" id="{FD34FF3F-FEDF-C790-2E69-7A434D7D42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993" y="2568657"/>
            <a:ext cx="468000" cy="468000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E67C6E97-A6C9-2678-1D19-4CCB6DD1E9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353" y="2583096"/>
            <a:ext cx="468000" cy="468000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2C47B5EB-EA2C-D3B7-DCCD-A0F971C736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353" y="2583096"/>
            <a:ext cx="414976" cy="468000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0551D79-69D0-BD23-3154-1B8978D844E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950" y="3130257"/>
            <a:ext cx="419445" cy="468000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4DB60814-E197-7DBA-645D-9CCF34C132C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353" y="3130257"/>
            <a:ext cx="468000" cy="468000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16AB6074-21C2-304C-CC6C-59FFA6D1A31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673" y="3130257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56134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Tw Cen MT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2026-01-07T18:10:28Z</dcterms:created>
  <dcterms:modified xsi:type="dcterms:W3CDTF">2026-07-26T06:14:42Z</dcterms:modified>
</cp:coreProperties>
</file>