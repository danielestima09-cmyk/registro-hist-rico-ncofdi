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D2E"/>
    <a:srgbClr val="06F7DD"/>
    <a:srgbClr val="0114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81719-1316-8ED4-5913-AFFF292F4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1B101-525F-3436-5FE7-5BD055E4E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311C0-8ACE-B689-C835-A9E81541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04D-E02E-43B9-9887-119C595322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8A0F5-4D84-BA98-AC29-2732AB75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D086A-ED85-BF21-218C-56AFBCDB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0515-B6F5-4681-A011-BE81430BC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51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BD62-A60D-E821-9930-D30DD7CA5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E6961-21BB-2370-740F-515E01FA4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08C58-C3D4-0199-C60E-206A298EA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04D-E02E-43B9-9887-119C595322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24C6E-62A8-36A4-AFDE-FC17EABC2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DB6D-6434-4CE0-0FA5-A883E8EE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0515-B6F5-4681-A011-BE81430BC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5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B20C5-CFA4-946A-FE1F-B4F2AC97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CB224-E033-67E9-CCCC-38B396F7E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004DC-82FF-F66F-9851-6F04A029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04D-E02E-43B9-9887-119C595322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4EC82-84DB-3941-F622-88380C4D9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970B8-5CFE-4CE3-E3F0-D3A22F86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0515-B6F5-4681-A011-BE81430BC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80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4573F-CCAC-18B7-43E1-D5369C665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91A24-3B4A-1997-C909-B3537E56A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1EF12-9626-B047-E527-D866055D1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6D1B9-279F-1007-1630-26BEA35B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04D-E02E-43B9-9887-119C595322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F53E7-879A-4874-68B1-B2C35BAC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C0A41-85E0-F969-0BD6-702B741F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0515-B6F5-4681-A011-BE81430BC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82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11B3B-2831-C077-D051-96F54361B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D0750-B831-7764-2CEA-8553300C6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25283-C572-4088-BB3A-48495C72A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3840BB-F421-60D9-4676-2B93C3487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B68CC1-6BD9-B024-29DD-24CD2B944F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04CE5-1D4A-6D08-9DC0-59616637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04D-E02E-43B9-9887-119C595322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E81AF3-BE00-3301-84FA-E266652E1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D23AE4-B6C1-A458-A130-C640126FA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0515-B6F5-4681-A011-BE81430BC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1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783C-972A-5693-E611-F353B61F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7681E-B5F4-CEF6-1116-B91EFF905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04D-E02E-43B9-9887-119C595322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1E4E1-0AF2-E247-3B2C-9997ABC3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5E2C7-361D-BB98-E946-E0F05ED2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0515-B6F5-4681-A011-BE81430BC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7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7A312-71BE-E5B5-88BF-9C7B9413E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04D-E02E-43B9-9887-119C595322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B2C83-A147-318E-78C8-8E6914A6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6DE0D-A197-7FC3-53BF-06A7423D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0515-B6F5-4681-A011-BE81430BC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9E650-9319-7012-D325-C9CB95D6E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E390F-5716-6D65-4D5B-DB99B1982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472EA-8739-7932-F105-1B8B1B537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972C8-1228-AAED-CE8B-5A17830E8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04D-E02E-43B9-9887-119C595322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1CEE0-30BB-1F55-D5C4-884EBA98E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EB876-FC0D-169D-DEDC-0DC929C8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0515-B6F5-4681-A011-BE81430BC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38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D9A9E-BFD3-C854-075D-5574A9A49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BB0040-F5DD-2E67-7304-B841236AF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C191D-1A1C-7061-6431-EBEAA5A92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94514-A5D1-ACA2-9605-4D21FA78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04D-E02E-43B9-9887-119C595322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DEB4B-8ACF-BB89-032E-FD0E83A59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173AC-F9E1-B4CF-2A51-82B16F1F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0515-B6F5-4681-A011-BE81430BC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6D20-7944-5C19-A03B-048350FD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A4D93-3B35-3B73-5CF5-626DCF9D6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707CD-8F4B-B690-35B9-844B7E58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04D-E02E-43B9-9887-119C595322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E9EF9-50E6-8D32-9225-C290505AA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8AC84-5C9E-44E6-A147-9589D4D2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0515-B6F5-4681-A011-BE81430BC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19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BFEAB3-E462-FE35-3C46-2AE96B88D6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AE5B6-DB4D-B8CE-7F04-EF295A755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48973-85F9-76F3-EAFC-1AB9AA1CC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04D-E02E-43B9-9887-119C595322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364C7-7DA5-C3AB-3CB9-630BC49B8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1D3C2-03A6-E47F-8953-0F43608B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0515-B6F5-4681-A011-BE81430BC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23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DB39EB-BE87-6021-AD89-F742B6AAA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1BE98-C85A-C688-1354-1D0EAE948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902EF-05DD-4E5B-14EC-D8380C4B6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5704D-E02E-43B9-9887-119C595322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B1EA5-4928-496D-C391-2251C4A7ED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62324-27A5-D4BC-3553-74615A1DB7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60515-B6F5-4681-A011-BE81430BC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4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sv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0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F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roup 239">
            <a:extLst>
              <a:ext uri="{FF2B5EF4-FFF2-40B4-BE49-F238E27FC236}">
                <a16:creationId xmlns:a16="http://schemas.microsoft.com/office/drawing/2014/main" id="{0F20470B-900D-9D82-F712-93C7DE1760C7}"/>
              </a:ext>
            </a:extLst>
          </p:cNvPr>
          <p:cNvGrpSpPr/>
          <p:nvPr/>
        </p:nvGrpSpPr>
        <p:grpSpPr>
          <a:xfrm>
            <a:off x="2196675" y="2536594"/>
            <a:ext cx="720000" cy="900000"/>
            <a:chOff x="4169911" y="1355855"/>
            <a:chExt cx="720000" cy="900000"/>
          </a:xfrm>
        </p:grpSpPr>
        <p:sp>
          <p:nvSpPr>
            <p:cNvPr id="156" name="Flowchart: Off-page Connector 155">
              <a:extLst>
                <a:ext uri="{FF2B5EF4-FFF2-40B4-BE49-F238E27FC236}">
                  <a16:creationId xmlns:a16="http://schemas.microsoft.com/office/drawing/2014/main" id="{B4189927-CF2A-1D86-7ECA-AE40A43E7600}"/>
                </a:ext>
              </a:extLst>
            </p:cNvPr>
            <p:cNvSpPr/>
            <p:nvPr/>
          </p:nvSpPr>
          <p:spPr>
            <a:xfrm>
              <a:off x="4169911" y="1355855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1" name="Picture 230" descr="A red white and blue square with stars&#10;&#10;AI-generated content may be incorrect.">
              <a:extLst>
                <a:ext uri="{FF2B5EF4-FFF2-40B4-BE49-F238E27FC236}">
                  <a16:creationId xmlns:a16="http://schemas.microsoft.com/office/drawing/2014/main" id="{07891F2A-3405-963F-0BE7-72014AA4E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4839" y="1356240"/>
              <a:ext cx="191397" cy="133594"/>
            </a:xfrm>
            <a:prstGeom prst="rect">
              <a:avLst/>
            </a:prstGeom>
          </p:spPr>
        </p:pic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B7062357-F529-6A0A-FC61-6292F591C10D}"/>
              </a:ext>
            </a:extLst>
          </p:cNvPr>
          <p:cNvGrpSpPr/>
          <p:nvPr/>
        </p:nvGrpSpPr>
        <p:grpSpPr>
          <a:xfrm>
            <a:off x="1213024" y="2539049"/>
            <a:ext cx="720000" cy="900000"/>
            <a:chOff x="3183082" y="1355855"/>
            <a:chExt cx="720000" cy="900000"/>
          </a:xfrm>
        </p:grpSpPr>
        <p:sp>
          <p:nvSpPr>
            <p:cNvPr id="155" name="Flowchart: Off-page Connector 154">
              <a:extLst>
                <a:ext uri="{FF2B5EF4-FFF2-40B4-BE49-F238E27FC236}">
                  <a16:creationId xmlns:a16="http://schemas.microsoft.com/office/drawing/2014/main" id="{62792D34-4916-EE73-F52E-5E4CD6BD0220}"/>
                </a:ext>
              </a:extLst>
            </p:cNvPr>
            <p:cNvSpPr/>
            <p:nvPr/>
          </p:nvSpPr>
          <p:spPr>
            <a:xfrm>
              <a:off x="3183082" y="1355855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7" name="Picture 226" descr="A blue and white flag with a triangle and a triangle&#10;&#10;AI-generated content may be incorrect.">
              <a:extLst>
                <a:ext uri="{FF2B5EF4-FFF2-40B4-BE49-F238E27FC236}">
                  <a16:creationId xmlns:a16="http://schemas.microsoft.com/office/drawing/2014/main" id="{C95D3AD2-331A-BB75-5281-F21D0FF71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8010" y="1355855"/>
              <a:ext cx="191397" cy="133978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45446B49-D172-ADF4-B42A-437F9E6FA167}"/>
              </a:ext>
            </a:extLst>
          </p:cNvPr>
          <p:cNvGrpSpPr/>
          <p:nvPr/>
        </p:nvGrpSpPr>
        <p:grpSpPr>
          <a:xfrm>
            <a:off x="229373" y="2539049"/>
            <a:ext cx="720000" cy="900000"/>
            <a:chOff x="2196253" y="1355855"/>
            <a:chExt cx="720000" cy="900000"/>
          </a:xfrm>
        </p:grpSpPr>
        <p:sp>
          <p:nvSpPr>
            <p:cNvPr id="154" name="Flowchart: Off-page Connector 153">
              <a:extLst>
                <a:ext uri="{FF2B5EF4-FFF2-40B4-BE49-F238E27FC236}">
                  <a16:creationId xmlns:a16="http://schemas.microsoft.com/office/drawing/2014/main" id="{79F732DF-6277-C402-1478-5C9061C652C3}"/>
                </a:ext>
              </a:extLst>
            </p:cNvPr>
            <p:cNvSpPr/>
            <p:nvPr/>
          </p:nvSpPr>
          <p:spPr>
            <a:xfrm>
              <a:off x="2196253" y="1355855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31899E9B-04D6-B8D2-28DA-92CC2103B5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21180" y="1355855"/>
              <a:ext cx="191398" cy="133978"/>
            </a:xfrm>
            <a:prstGeom prst="rect">
              <a:avLst/>
            </a:prstGeom>
          </p:spPr>
        </p:pic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395E90B3-000F-135A-01FC-FC76124670CC}"/>
              </a:ext>
            </a:extLst>
          </p:cNvPr>
          <p:cNvGrpSpPr/>
          <p:nvPr/>
        </p:nvGrpSpPr>
        <p:grpSpPr>
          <a:xfrm>
            <a:off x="1206415" y="1353708"/>
            <a:ext cx="720000" cy="900000"/>
            <a:chOff x="221064" y="1355855"/>
            <a:chExt cx="720000" cy="900000"/>
          </a:xfrm>
        </p:grpSpPr>
        <p:sp>
          <p:nvSpPr>
            <p:cNvPr id="152" name="Flowchart: Off-page Connector 151">
              <a:extLst>
                <a:ext uri="{FF2B5EF4-FFF2-40B4-BE49-F238E27FC236}">
                  <a16:creationId xmlns:a16="http://schemas.microsoft.com/office/drawing/2014/main" id="{FB52932D-94A2-5E63-DFB6-62106C793298}"/>
                </a:ext>
              </a:extLst>
            </p:cNvPr>
            <p:cNvSpPr/>
            <p:nvPr/>
          </p:nvSpPr>
          <p:spPr>
            <a:xfrm>
              <a:off x="221064" y="1355855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1BC8A1BB-E789-D50A-27F5-72255E1C8C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9452" y="1355855"/>
              <a:ext cx="187040" cy="133978"/>
            </a:xfrm>
            <a:prstGeom prst="rect">
              <a:avLst/>
            </a:prstGeom>
          </p:spPr>
        </p:pic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E998EDEC-BC02-7494-CB5B-1EE941A983B3}"/>
              </a:ext>
            </a:extLst>
          </p:cNvPr>
          <p:cNvSpPr txBox="1"/>
          <p:nvPr/>
        </p:nvSpPr>
        <p:spPr>
          <a:xfrm>
            <a:off x="3085181" y="2536594"/>
            <a:ext cx="73186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000D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tencil" panose="040409050D0802020404" pitchFamily="82" charset="0"/>
                <a:ea typeface="MS PGothic" panose="020B0600070205080204" pitchFamily="34" charset="-128"/>
                <a:cs typeface="LilyUPC" panose="020B0604020202020204" pitchFamily="34" charset="-34"/>
              </a:rPr>
              <a:t>CAMPEÕES - LIGA</a:t>
            </a:r>
            <a:endParaRPr lang="en-US" sz="6000" dirty="0">
              <a:solidFill>
                <a:srgbClr val="000D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tencil" panose="040409050D0802020404" pitchFamily="82" charset="0"/>
              <a:ea typeface="MS PGothic" panose="020B0600070205080204" pitchFamily="34" charset="-128"/>
              <a:cs typeface="LilyUPC" panose="020B0604020202020204" pitchFamily="34" charset="-34"/>
            </a:endParaRPr>
          </a:p>
        </p:txBody>
      </p:sp>
      <p:pic>
        <p:nvPicPr>
          <p:cNvPr id="6" name="Picture 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3BE400E5-1681-5B7D-7DEA-8DB0B40366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480" y="84723"/>
            <a:ext cx="2764420" cy="2412584"/>
          </a:xfrm>
          <a:prstGeom prst="rect">
            <a:avLst/>
          </a:prstGeom>
        </p:spPr>
      </p:pic>
      <p:grpSp>
        <p:nvGrpSpPr>
          <p:cNvPr id="232" name="Group 231">
            <a:extLst>
              <a:ext uri="{FF2B5EF4-FFF2-40B4-BE49-F238E27FC236}">
                <a16:creationId xmlns:a16="http://schemas.microsoft.com/office/drawing/2014/main" id="{FF164F10-DFC4-11FF-8C0A-7BB894E99383}"/>
              </a:ext>
            </a:extLst>
          </p:cNvPr>
          <p:cNvGrpSpPr/>
          <p:nvPr/>
        </p:nvGrpSpPr>
        <p:grpSpPr>
          <a:xfrm>
            <a:off x="1209424" y="170822"/>
            <a:ext cx="720000" cy="900000"/>
            <a:chOff x="1209424" y="170822"/>
            <a:chExt cx="720000" cy="900000"/>
          </a:xfrm>
        </p:grpSpPr>
        <p:sp>
          <p:nvSpPr>
            <p:cNvPr id="10" name="Flowchart: Off-page Connector 9">
              <a:extLst>
                <a:ext uri="{FF2B5EF4-FFF2-40B4-BE49-F238E27FC236}">
                  <a16:creationId xmlns:a16="http://schemas.microsoft.com/office/drawing/2014/main" id="{294DFE0F-6272-E7D2-6310-4480658EC3CF}"/>
                </a:ext>
              </a:extLst>
            </p:cNvPr>
            <p:cNvSpPr/>
            <p:nvPr/>
          </p:nvSpPr>
          <p:spPr>
            <a:xfrm>
              <a:off x="1209424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5C2D02D-1F66-5DDC-C50C-61ECA615E2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7734" y="172415"/>
              <a:ext cx="187118" cy="133976"/>
            </a:xfrm>
            <a:prstGeom prst="rect">
              <a:avLst/>
            </a:prstGeom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9CA91641-25C3-4EFC-06D8-3239CEC4E99A}"/>
              </a:ext>
            </a:extLst>
          </p:cNvPr>
          <p:cNvGrpSpPr/>
          <p:nvPr/>
        </p:nvGrpSpPr>
        <p:grpSpPr>
          <a:xfrm>
            <a:off x="2197018" y="170822"/>
            <a:ext cx="720000" cy="900000"/>
            <a:chOff x="3183082" y="170822"/>
            <a:chExt cx="720000" cy="900000"/>
          </a:xfrm>
        </p:grpSpPr>
        <p:sp>
          <p:nvSpPr>
            <p:cNvPr id="12" name="Flowchart: Off-page Connector 11">
              <a:extLst>
                <a:ext uri="{FF2B5EF4-FFF2-40B4-BE49-F238E27FC236}">
                  <a16:creationId xmlns:a16="http://schemas.microsoft.com/office/drawing/2014/main" id="{A946BF9A-BD5A-11AE-0BAB-14E33CEB88A6}"/>
                </a:ext>
              </a:extLst>
            </p:cNvPr>
            <p:cNvSpPr/>
            <p:nvPr/>
          </p:nvSpPr>
          <p:spPr>
            <a:xfrm>
              <a:off x="3183082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 descr="A flag with stars and stripes&#10;&#10;AI-generated content may be incorrect.">
              <a:extLst>
                <a:ext uri="{FF2B5EF4-FFF2-40B4-BE49-F238E27FC236}">
                  <a16:creationId xmlns:a16="http://schemas.microsoft.com/office/drawing/2014/main" id="{0436C0EF-232F-D7DA-D9CD-A4E11CE51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1393" y="173738"/>
              <a:ext cx="187117" cy="131062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8FB7D671-667E-EB16-5AB3-E873E8E2E538}"/>
              </a:ext>
            </a:extLst>
          </p:cNvPr>
          <p:cNvGrpSpPr/>
          <p:nvPr/>
        </p:nvGrpSpPr>
        <p:grpSpPr>
          <a:xfrm>
            <a:off x="229373" y="1353708"/>
            <a:ext cx="720000" cy="900000"/>
            <a:chOff x="4169911" y="170822"/>
            <a:chExt cx="720000" cy="900000"/>
          </a:xfrm>
        </p:grpSpPr>
        <p:sp>
          <p:nvSpPr>
            <p:cNvPr id="13" name="Flowchart: Off-page Connector 12">
              <a:extLst>
                <a:ext uri="{FF2B5EF4-FFF2-40B4-BE49-F238E27FC236}">
                  <a16:creationId xmlns:a16="http://schemas.microsoft.com/office/drawing/2014/main" id="{E6008D63-9966-AC10-88DF-E6AACA0BBA82}"/>
                </a:ext>
              </a:extLst>
            </p:cNvPr>
            <p:cNvSpPr/>
            <p:nvPr/>
          </p:nvSpPr>
          <p:spPr>
            <a:xfrm>
              <a:off x="4169911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2CC8A0F9-B518-46E4-42BF-554BEF7531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84516" y="170822"/>
              <a:ext cx="187116" cy="138980"/>
            </a:xfrm>
            <a:prstGeom prst="rect">
              <a:avLst/>
            </a:prstGeom>
          </p:spPr>
        </p:pic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096B27AE-1342-A912-05EA-C4F97827172F}"/>
              </a:ext>
            </a:extLst>
          </p:cNvPr>
          <p:cNvGrpSpPr/>
          <p:nvPr/>
        </p:nvGrpSpPr>
        <p:grpSpPr>
          <a:xfrm>
            <a:off x="2198327" y="1353708"/>
            <a:ext cx="720000" cy="900000"/>
            <a:chOff x="1209424" y="1355855"/>
            <a:chExt cx="720000" cy="900000"/>
          </a:xfrm>
        </p:grpSpPr>
        <p:sp>
          <p:nvSpPr>
            <p:cNvPr id="153" name="Flowchart: Off-page Connector 152">
              <a:extLst>
                <a:ext uri="{FF2B5EF4-FFF2-40B4-BE49-F238E27FC236}">
                  <a16:creationId xmlns:a16="http://schemas.microsoft.com/office/drawing/2014/main" id="{80F1EB19-3240-C949-DC12-F34B8107439D}"/>
                </a:ext>
              </a:extLst>
            </p:cNvPr>
            <p:cNvSpPr/>
            <p:nvPr/>
          </p:nvSpPr>
          <p:spPr>
            <a:xfrm>
              <a:off x="1209424" y="1355855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EEBC1EC9-5752-60EC-A6AE-0557ABAEDF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17812" y="1355856"/>
              <a:ext cx="187040" cy="133977"/>
            </a:xfrm>
            <a:prstGeom prst="rect">
              <a:avLst/>
            </a:prstGeom>
          </p:spPr>
        </p:pic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DD69A548-8802-3969-522E-C9B758918C3C}"/>
              </a:ext>
            </a:extLst>
          </p:cNvPr>
          <p:cNvGrpSpPr/>
          <p:nvPr/>
        </p:nvGrpSpPr>
        <p:grpSpPr>
          <a:xfrm>
            <a:off x="221064" y="170822"/>
            <a:ext cx="720000" cy="900000"/>
            <a:chOff x="221064" y="170822"/>
            <a:chExt cx="720000" cy="900000"/>
          </a:xfrm>
        </p:grpSpPr>
        <p:sp>
          <p:nvSpPr>
            <p:cNvPr id="4" name="Flowchart: Off-page Connector 3">
              <a:extLst>
                <a:ext uri="{FF2B5EF4-FFF2-40B4-BE49-F238E27FC236}">
                  <a16:creationId xmlns:a16="http://schemas.microsoft.com/office/drawing/2014/main" id="{3FBF83CD-923F-4B79-87C0-B67EFB8BF6B5}"/>
                </a:ext>
              </a:extLst>
            </p:cNvPr>
            <p:cNvSpPr/>
            <p:nvPr/>
          </p:nvSpPr>
          <p:spPr>
            <a:xfrm>
              <a:off x="221064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03CE24C0-E5A6-37F0-FB93-485942873B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9373" y="170822"/>
              <a:ext cx="187119" cy="133978"/>
            </a:xfrm>
            <a:prstGeom prst="rect">
              <a:avLst/>
            </a:prstGeom>
          </p:spPr>
        </p:pic>
        <p:pic>
          <p:nvPicPr>
            <p:cNvPr id="235" name="Picture 234" descr="A logo with a black background&#10;&#10;AI-generated content may be incorrect.">
              <a:extLst>
                <a:ext uri="{FF2B5EF4-FFF2-40B4-BE49-F238E27FC236}">
                  <a16:creationId xmlns:a16="http://schemas.microsoft.com/office/drawing/2014/main" id="{75DC1BA7-D8A1-E828-2EC6-4B9CE88C9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608" y="233433"/>
              <a:ext cx="385297" cy="712800"/>
            </a:xfrm>
            <a:prstGeom prst="rect">
              <a:avLst/>
            </a:prstGeom>
          </p:spPr>
        </p:pic>
      </p:grpSp>
      <p:pic>
        <p:nvPicPr>
          <p:cNvPr id="128" name="Picture 127" descr="A logo with a bull horn&#10;&#10;AI-generated content may be incorrect.">
            <a:extLst>
              <a:ext uri="{FF2B5EF4-FFF2-40B4-BE49-F238E27FC236}">
                <a16:creationId xmlns:a16="http://schemas.microsoft.com/office/drawing/2014/main" id="{20D3F84D-F77D-9B87-6FF9-FF73577E92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2808394"/>
            <a:ext cx="356400" cy="356400"/>
          </a:xfrm>
          <a:prstGeom prst="rect">
            <a:avLst/>
          </a:prstGeom>
        </p:spPr>
      </p:pic>
      <p:pic>
        <p:nvPicPr>
          <p:cNvPr id="130" name="Picture 129" descr="A blue and white striped shield with a football ball&#10;&#10;AI-generated content may be incorrect.">
            <a:extLst>
              <a:ext uri="{FF2B5EF4-FFF2-40B4-BE49-F238E27FC236}">
                <a16:creationId xmlns:a16="http://schemas.microsoft.com/office/drawing/2014/main" id="{26AE68EA-2F5B-5084-1B22-6FA2571406C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75" y="2808394"/>
            <a:ext cx="356400" cy="356400"/>
          </a:xfrm>
          <a:prstGeom prst="rect">
            <a:avLst/>
          </a:prstGeom>
        </p:spPr>
      </p:pic>
      <p:pic>
        <p:nvPicPr>
          <p:cNvPr id="132" name="Picture 131" descr="A purple shield with a lion head&#10;&#10;AI-generated content may be incorrect.">
            <a:extLst>
              <a:ext uri="{FF2B5EF4-FFF2-40B4-BE49-F238E27FC236}">
                <a16:creationId xmlns:a16="http://schemas.microsoft.com/office/drawing/2014/main" id="{DB3C81BC-6090-0D5C-7E0B-BD67906B2CF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085" y="308610"/>
            <a:ext cx="640800" cy="712800"/>
          </a:xfrm>
          <a:prstGeom prst="rect">
            <a:avLst/>
          </a:prstGeom>
        </p:spPr>
      </p:pic>
      <p:pic>
        <p:nvPicPr>
          <p:cNvPr id="3" name="Picture 2" descr="A logo with a shark and a football ball&#10;&#10;AI-generated content may be incorrect.">
            <a:extLst>
              <a:ext uri="{FF2B5EF4-FFF2-40B4-BE49-F238E27FC236}">
                <a16:creationId xmlns:a16="http://schemas.microsoft.com/office/drawing/2014/main" id="{C9C3336F-86FA-059A-B488-45F4D4E4F54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890" y="421595"/>
            <a:ext cx="396000" cy="396000"/>
          </a:xfrm>
          <a:prstGeom prst="rect">
            <a:avLst/>
          </a:prstGeom>
        </p:spPr>
      </p:pic>
      <p:pic>
        <p:nvPicPr>
          <p:cNvPr id="7" name="Picture 6" descr="A red and black logo with white text&#10;&#10;AI-generated content may be incorrect.">
            <a:extLst>
              <a:ext uri="{FF2B5EF4-FFF2-40B4-BE49-F238E27FC236}">
                <a16:creationId xmlns:a16="http://schemas.microsoft.com/office/drawing/2014/main" id="{79D29D3A-63AA-48BC-4438-E3E8F8D80B9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168" y="421595"/>
            <a:ext cx="353571" cy="396000"/>
          </a:xfrm>
          <a:prstGeom prst="rect">
            <a:avLst/>
          </a:prstGeom>
        </p:spPr>
      </p:pic>
      <p:pic>
        <p:nvPicPr>
          <p:cNvPr id="11" name="Picture 10" descr="A green and white logo&#10;&#10;AI-generated content may be incorrect.">
            <a:extLst>
              <a:ext uri="{FF2B5EF4-FFF2-40B4-BE49-F238E27FC236}">
                <a16:creationId xmlns:a16="http://schemas.microsoft.com/office/drawing/2014/main" id="{C77533F4-1BBD-850C-7653-EA6A9C6D20E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76" y="1469914"/>
            <a:ext cx="712800" cy="712800"/>
          </a:xfrm>
          <a:prstGeom prst="rect">
            <a:avLst/>
          </a:prstGeom>
        </p:spPr>
      </p:pic>
      <p:pic>
        <p:nvPicPr>
          <p:cNvPr id="15" name="Picture 14" descr="A logo of a football team&#10;&#10;AI-generated content may be incorrect.">
            <a:extLst>
              <a:ext uri="{FF2B5EF4-FFF2-40B4-BE49-F238E27FC236}">
                <a16:creationId xmlns:a16="http://schemas.microsoft.com/office/drawing/2014/main" id="{D0CE0C55-D4AC-BA45-78CC-25CF2B7747D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580" y="1487686"/>
            <a:ext cx="684000" cy="684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2827397-65D1-FD6D-8459-EF1FE3A9E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7413" y="2789303"/>
            <a:ext cx="338150" cy="396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29454B-E85B-38F6-8982-59672D38094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49" y="2788594"/>
            <a:ext cx="396000" cy="396000"/>
          </a:xfrm>
          <a:prstGeom prst="rect">
            <a:avLst/>
          </a:prstGeom>
        </p:spPr>
      </p:pic>
      <p:pic>
        <p:nvPicPr>
          <p:cNvPr id="22" name="Picture 21" descr="A logo with a person's face and a circle with leaves&#10;&#10;AI-generated content may be incorrect.">
            <a:extLst>
              <a:ext uri="{FF2B5EF4-FFF2-40B4-BE49-F238E27FC236}">
                <a16:creationId xmlns:a16="http://schemas.microsoft.com/office/drawing/2014/main" id="{530B8C6B-06F0-5ACC-22C3-48ED9D18D94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012" y="2770052"/>
            <a:ext cx="396000" cy="396000"/>
          </a:xfrm>
          <a:prstGeom prst="rect">
            <a:avLst/>
          </a:prstGeom>
        </p:spPr>
      </p:pic>
      <p:pic>
        <p:nvPicPr>
          <p:cNvPr id="26" name="Picture 25" descr="A logo of a football team&#10;&#10;AI-generated content may be incorrect.">
            <a:extLst>
              <a:ext uri="{FF2B5EF4-FFF2-40B4-BE49-F238E27FC236}">
                <a16:creationId xmlns:a16="http://schemas.microsoft.com/office/drawing/2014/main" id="{6A8FED35-430B-B830-D8DD-829DE5633DE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320" y="2770052"/>
            <a:ext cx="396000" cy="39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269738-1BA7-82F9-B4C3-8F8E1D61AB4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391" y="1606935"/>
            <a:ext cx="308594" cy="396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905F57-F284-9932-8F50-6263C336E7E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486" y="1606935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3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F7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E2B3D-5811-A4AC-2D39-C2D50F675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0">
            <a:extLst>
              <a:ext uri="{FF2B5EF4-FFF2-40B4-BE49-F238E27FC236}">
                <a16:creationId xmlns:a16="http://schemas.microsoft.com/office/drawing/2014/main" id="{CE14555A-D74D-B8E2-DC6D-A602CFB2C55B}"/>
              </a:ext>
            </a:extLst>
          </p:cNvPr>
          <p:cNvSpPr txBox="1"/>
          <p:nvPr/>
        </p:nvSpPr>
        <p:spPr>
          <a:xfrm>
            <a:off x="3085181" y="2536594"/>
            <a:ext cx="73186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000D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tencil" panose="040409050D0802020404" pitchFamily="82" charset="0"/>
                <a:ea typeface="MS PGothic" panose="020B0600070205080204" pitchFamily="34" charset="-128"/>
                <a:cs typeface="LilyUPC" panose="020B0604020202020204" pitchFamily="34" charset="-34"/>
              </a:rPr>
              <a:t>CAMPEÕES - COPA</a:t>
            </a:r>
            <a:endParaRPr lang="en-US" sz="6000" dirty="0">
              <a:solidFill>
                <a:srgbClr val="000D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tencil" panose="040409050D0802020404" pitchFamily="82" charset="0"/>
              <a:ea typeface="MS PGothic" panose="020B0600070205080204" pitchFamily="34" charset="-128"/>
              <a:cs typeface="LilyUPC" panose="020B0604020202020204" pitchFamily="34" charset="-34"/>
            </a:endParaRPr>
          </a:p>
        </p:txBody>
      </p:sp>
      <p:pic>
        <p:nvPicPr>
          <p:cNvPr id="6" name="Picture 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9A9B332D-D3FC-D43B-4CE2-50EDB3632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480" y="84723"/>
            <a:ext cx="2764420" cy="2412584"/>
          </a:xfrm>
          <a:prstGeom prst="rect">
            <a:avLst/>
          </a:prstGeom>
        </p:spPr>
      </p:pic>
      <p:grpSp>
        <p:nvGrpSpPr>
          <p:cNvPr id="232" name="Group 231">
            <a:extLst>
              <a:ext uri="{FF2B5EF4-FFF2-40B4-BE49-F238E27FC236}">
                <a16:creationId xmlns:a16="http://schemas.microsoft.com/office/drawing/2014/main" id="{6D122389-2AA8-0F6F-8827-CCF56C349048}"/>
              </a:ext>
            </a:extLst>
          </p:cNvPr>
          <p:cNvGrpSpPr/>
          <p:nvPr/>
        </p:nvGrpSpPr>
        <p:grpSpPr>
          <a:xfrm>
            <a:off x="1209424" y="170822"/>
            <a:ext cx="720000" cy="900000"/>
            <a:chOff x="1209424" y="170822"/>
            <a:chExt cx="720000" cy="900000"/>
          </a:xfrm>
        </p:grpSpPr>
        <p:sp>
          <p:nvSpPr>
            <p:cNvPr id="10" name="Flowchart: Off-page Connector 9">
              <a:extLst>
                <a:ext uri="{FF2B5EF4-FFF2-40B4-BE49-F238E27FC236}">
                  <a16:creationId xmlns:a16="http://schemas.microsoft.com/office/drawing/2014/main" id="{302A6B36-EC5B-0FFF-D33D-7623C3034355}"/>
                </a:ext>
              </a:extLst>
            </p:cNvPr>
            <p:cNvSpPr/>
            <p:nvPr/>
          </p:nvSpPr>
          <p:spPr>
            <a:xfrm>
              <a:off x="1209424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B52859BB-66F2-92F4-4CD4-26E09999D6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7734" y="172415"/>
              <a:ext cx="187118" cy="133976"/>
            </a:xfrm>
            <a:prstGeom prst="rect">
              <a:avLst/>
            </a:prstGeom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E7824D72-0EED-5F6A-FD2B-4FD0B28CC6C6}"/>
              </a:ext>
            </a:extLst>
          </p:cNvPr>
          <p:cNvGrpSpPr/>
          <p:nvPr/>
        </p:nvGrpSpPr>
        <p:grpSpPr>
          <a:xfrm>
            <a:off x="2197018" y="170822"/>
            <a:ext cx="720000" cy="900000"/>
            <a:chOff x="3183082" y="170822"/>
            <a:chExt cx="720000" cy="900000"/>
          </a:xfrm>
        </p:grpSpPr>
        <p:sp>
          <p:nvSpPr>
            <p:cNvPr id="12" name="Flowchart: Off-page Connector 11">
              <a:extLst>
                <a:ext uri="{FF2B5EF4-FFF2-40B4-BE49-F238E27FC236}">
                  <a16:creationId xmlns:a16="http://schemas.microsoft.com/office/drawing/2014/main" id="{37DB7FBC-802A-DB60-4303-94FCE41893D2}"/>
                </a:ext>
              </a:extLst>
            </p:cNvPr>
            <p:cNvSpPr/>
            <p:nvPr/>
          </p:nvSpPr>
          <p:spPr>
            <a:xfrm>
              <a:off x="3183082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 descr="A flag with stars and stripes&#10;&#10;AI-generated content may be incorrect.">
              <a:extLst>
                <a:ext uri="{FF2B5EF4-FFF2-40B4-BE49-F238E27FC236}">
                  <a16:creationId xmlns:a16="http://schemas.microsoft.com/office/drawing/2014/main" id="{8743B061-08BC-39A1-94B3-695F7B378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1393" y="173738"/>
              <a:ext cx="187117" cy="131062"/>
            </a:xfrm>
            <a:prstGeom prst="rect">
              <a:avLst/>
            </a:prstGeom>
          </p:spPr>
        </p:pic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CE5D4607-CB98-7351-3E27-C0D7DD2556C8}"/>
              </a:ext>
            </a:extLst>
          </p:cNvPr>
          <p:cNvGrpSpPr/>
          <p:nvPr/>
        </p:nvGrpSpPr>
        <p:grpSpPr>
          <a:xfrm>
            <a:off x="221064" y="170822"/>
            <a:ext cx="720000" cy="900000"/>
            <a:chOff x="221064" y="170822"/>
            <a:chExt cx="720000" cy="900000"/>
          </a:xfrm>
        </p:grpSpPr>
        <p:sp>
          <p:nvSpPr>
            <p:cNvPr id="4" name="Flowchart: Off-page Connector 3">
              <a:extLst>
                <a:ext uri="{FF2B5EF4-FFF2-40B4-BE49-F238E27FC236}">
                  <a16:creationId xmlns:a16="http://schemas.microsoft.com/office/drawing/2014/main" id="{64BAC37F-056D-F8D9-88B6-6DA66AADE87C}"/>
                </a:ext>
              </a:extLst>
            </p:cNvPr>
            <p:cNvSpPr/>
            <p:nvPr/>
          </p:nvSpPr>
          <p:spPr>
            <a:xfrm>
              <a:off x="221064" y="170822"/>
              <a:ext cx="720000" cy="900000"/>
            </a:xfrm>
            <a:prstGeom prst="flowChartOffpageConnector">
              <a:avLst/>
            </a:prstGeom>
            <a:solidFill>
              <a:srgbClr val="000D2E"/>
            </a:solidFill>
            <a:ln>
              <a:solidFill>
                <a:srgbClr val="000D2E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80454A3-176B-CDAB-86DE-94D9840259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9373" y="170822"/>
              <a:ext cx="187119" cy="133978"/>
            </a:xfrm>
            <a:prstGeom prst="rect">
              <a:avLst/>
            </a:prstGeom>
          </p:spPr>
        </p:pic>
      </p:grpSp>
      <p:pic>
        <p:nvPicPr>
          <p:cNvPr id="318" name="Picture 317" descr="A logo of a football club&#10;&#10;AI-generated content may be incorrect.">
            <a:extLst>
              <a:ext uri="{FF2B5EF4-FFF2-40B4-BE49-F238E27FC236}">
                <a16:creationId xmlns:a16="http://schemas.microsoft.com/office/drawing/2014/main" id="{9F9DA934-CB94-7532-DCE1-7BFADCF352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54" y="288509"/>
            <a:ext cx="712800" cy="712800"/>
          </a:xfrm>
          <a:prstGeom prst="rect">
            <a:avLst/>
          </a:prstGeom>
        </p:spPr>
      </p:pic>
      <p:pic>
        <p:nvPicPr>
          <p:cNvPr id="3" name="Picture 2" descr="A logo for a football team&#10;&#10;AI-generated content may be incorrect.">
            <a:extLst>
              <a:ext uri="{FF2B5EF4-FFF2-40B4-BE49-F238E27FC236}">
                <a16:creationId xmlns:a16="http://schemas.microsoft.com/office/drawing/2014/main" id="{A4117446-4D6A-A404-1AB2-970299E1D2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223" y="304800"/>
            <a:ext cx="573210" cy="712800"/>
          </a:xfrm>
          <a:prstGeom prst="rect">
            <a:avLst/>
          </a:prstGeom>
        </p:spPr>
      </p:pic>
      <p:pic>
        <p:nvPicPr>
          <p:cNvPr id="9" name="Picture 8" descr="A yellow and black shield with a wolf and text&#10;&#10;AI-generated content may be incorrect.">
            <a:extLst>
              <a:ext uri="{FF2B5EF4-FFF2-40B4-BE49-F238E27FC236}">
                <a16:creationId xmlns:a16="http://schemas.microsoft.com/office/drawing/2014/main" id="{24F77D1A-3259-A411-C052-A993674915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564" y="310515"/>
            <a:ext cx="712800" cy="7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75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45458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Stencil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Estima</dc:creator>
  <cp:lastModifiedBy>Rafael Estima</cp:lastModifiedBy>
  <cp:revision>2</cp:revision>
  <dcterms:created xsi:type="dcterms:W3CDTF">2025-11-23T00:03:03Z</dcterms:created>
  <dcterms:modified xsi:type="dcterms:W3CDTF">2026-07-26T06:16:26Z</dcterms:modified>
</cp:coreProperties>
</file>