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C753"/>
    <a:srgbClr val="000000"/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9361F8-DCA0-495C-A598-4AA80F130932}" v="9" dt="2026-04-17T21:41:59.4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B6E53-5953-87ED-1F11-B4CC40C4E3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B6A034-CF4F-23D3-BE39-C0BC0F216E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F2A6B-20E5-21C4-F86A-153207B56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CFCF5-B7FA-47EA-9FBF-9005E7DD0842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93056-6577-4EF8-45A4-0B82E8F79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9DCE6-E5C3-338A-B47F-58A808461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C0E3-DEE4-4210-A727-F485294D0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607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0365C-1E69-3685-68D4-45BEF035B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61B8F-D3EA-096C-9A3E-95E517117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8E190-EEA7-AB73-762C-41DF4C8DE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CFCF5-B7FA-47EA-9FBF-9005E7DD0842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71FE5-719C-8E08-F348-A29B6C2FE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3E6FE-5418-5EDF-BB86-262A4C6E8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C0E3-DEE4-4210-A727-F485294D0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71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0EEBE-2282-D7EA-A3C2-65E107A2E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07897-0EAE-CD6A-130E-695C14E13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F3A2E-3FFE-9E05-A9E6-5140DCFCB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CFCF5-B7FA-47EA-9FBF-9005E7DD0842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BCD17-095B-1D52-3D21-700D9CBC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CDB54-9051-320B-90F1-539E714D0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C0E3-DEE4-4210-A727-F485294D0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094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C32A6-03D6-2C24-BBED-EC8CA83AC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9C7FD-93DB-0358-D925-5DAE425C32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4AE431-4486-5278-36CB-610F6FE5F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44726-4FF5-2D89-C3EF-80ED164A1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CFCF5-B7FA-47EA-9FBF-9005E7DD0842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3DB17-CF06-860A-4A53-A0F6C2341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01F04-0F4E-B513-80E1-00AB0B0F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C0E3-DEE4-4210-A727-F485294D0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19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E9817-345C-28D5-4C14-10098036B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884AB-A90C-07CC-51BF-B57D763F3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FE6B1A-DE73-A50E-AA0C-9D072EEC9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900161-7248-AF1B-7604-DFD46B7CA0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8AB9C9-A5CE-71FA-38EF-8DFF2A7F33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F6B05D-7877-4880-D79A-30249C623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CFCF5-B7FA-47EA-9FBF-9005E7DD0842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9150FB-0964-95A3-96E3-6BAA2823A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311AB9-6BC5-AAB5-E3B7-3D684912C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C0E3-DEE4-4210-A727-F485294D0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983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CE271-50F9-21F2-23F9-8DAC71CB7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11E1DF-B15E-294D-6A24-6BC6D0703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CFCF5-B7FA-47EA-9FBF-9005E7DD0842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9E6E8C-0C24-9D09-2656-4B6CA204C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3474C-C7E4-FDC1-3BE2-10D2458FD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C0E3-DEE4-4210-A727-F485294D0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42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B13197-43A0-DE11-7961-34F665425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CFCF5-B7FA-47EA-9FBF-9005E7DD0842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C71F4-0612-4334-03EA-46934CB44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861FA-64B3-8969-39A4-6AFA7FE2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C0E3-DEE4-4210-A727-F485294D0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40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DC1C-CE1B-CDA4-3046-8F159F9DB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46419-A8B5-50CD-C9D4-35352F134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CF541F-D9A6-161A-856E-9C7619709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BD1A6-3464-928A-60C5-61C0EF80E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CFCF5-B7FA-47EA-9FBF-9005E7DD0842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E00FE-D6AD-1FC6-13BF-FE02286A8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FDDA14-2FD8-7925-144A-81E4A4744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C0E3-DEE4-4210-A727-F485294D0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874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1DBCE-884D-6E11-FB38-DFDFDC768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AC4FA4-544A-70D7-3E1C-E40F995AD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D20B2A-5547-0CD5-F59F-F76A2821C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9FC01-565C-FE5F-E6D1-CA3339035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CFCF5-B7FA-47EA-9FBF-9005E7DD0842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F86CC-4E5D-AEF4-E796-35906DD98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5933B-5C65-2DAC-F135-D4657263D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C0E3-DEE4-4210-A727-F485294D0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1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7C0DF-3286-A2BD-1EC7-A793C3CA9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A9352A-4D85-6023-BFF7-30ABA4B2E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4E514-C8AE-F52E-6A20-059F94EA1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CFCF5-B7FA-47EA-9FBF-9005E7DD0842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87660-4B91-8D2C-0408-7D2C7E159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96540-9993-2F2E-F3F7-3106DC1A4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C0E3-DEE4-4210-A727-F485294D0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33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998371-FE29-9E92-8FDA-844251CBFC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ABEF5-9046-752B-D110-DF31F8D0F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8E2EA-3736-76C0-8630-2C1F8BBC8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CFCF5-B7FA-47EA-9FBF-9005E7DD0842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89004-A294-962A-8FD6-5D43932EF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C50E6-F2E0-9179-E5B0-357F7FC96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C0E3-DEE4-4210-A727-F485294D0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615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CC2377-D276-6BBE-C0EF-736164808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96B96-CC25-4529-3A12-56E3C7D16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8B694-EACD-B094-F723-1E3C3227E7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9CFCF5-B7FA-47EA-9FBF-9005E7DD0842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DB545-7343-AFC8-E70D-B538EC13B8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F166E-5D3E-0ABE-1BF2-9132A183D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CCC0E3-DEE4-4210-A727-F485294D0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979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7.png"/><Relationship Id="rId5" Type="http://schemas.openxmlformats.org/officeDocument/2006/relationships/image" Target="../media/image8.png"/><Relationship Id="rId10" Type="http://schemas.openxmlformats.org/officeDocument/2006/relationships/image" Target="../media/image11.svg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BDED57-4B61-B723-FB77-4F51F77D7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Flowchart: Off-page Connector 168">
            <a:extLst>
              <a:ext uri="{FF2B5EF4-FFF2-40B4-BE49-F238E27FC236}">
                <a16:creationId xmlns:a16="http://schemas.microsoft.com/office/drawing/2014/main" id="{6E1D9E68-C056-8CA3-2CA5-AB944E22DCAB}"/>
              </a:ext>
            </a:extLst>
          </p:cNvPr>
          <p:cNvSpPr/>
          <p:nvPr/>
        </p:nvSpPr>
        <p:spPr>
          <a:xfrm>
            <a:off x="7008373" y="1332717"/>
            <a:ext cx="1440000" cy="1800000"/>
          </a:xfrm>
          <a:prstGeom prst="flowChartOffpageConnector">
            <a:avLst/>
          </a:prstGeom>
          <a:solidFill>
            <a:srgbClr val="F7C753"/>
          </a:solidFill>
          <a:ln>
            <a:solidFill>
              <a:srgbClr val="F7C75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Flowchart: Off-page Connector 157">
            <a:extLst>
              <a:ext uri="{FF2B5EF4-FFF2-40B4-BE49-F238E27FC236}">
                <a16:creationId xmlns:a16="http://schemas.microsoft.com/office/drawing/2014/main" id="{51743FC8-1EB2-50B4-88E9-5AA96C0CD89C}"/>
              </a:ext>
            </a:extLst>
          </p:cNvPr>
          <p:cNvSpPr/>
          <p:nvPr/>
        </p:nvSpPr>
        <p:spPr>
          <a:xfrm>
            <a:off x="4566191" y="1332717"/>
            <a:ext cx="1440000" cy="1800000"/>
          </a:xfrm>
          <a:prstGeom prst="flowChartOffpageConnector">
            <a:avLst/>
          </a:prstGeom>
          <a:solidFill>
            <a:srgbClr val="F7C753"/>
          </a:solidFill>
          <a:ln>
            <a:solidFill>
              <a:srgbClr val="F7C75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lowchart: Off-page Connector 9">
            <a:extLst>
              <a:ext uri="{FF2B5EF4-FFF2-40B4-BE49-F238E27FC236}">
                <a16:creationId xmlns:a16="http://schemas.microsoft.com/office/drawing/2014/main" id="{656E676D-8A75-6EE0-35DE-C1A497388834}"/>
              </a:ext>
            </a:extLst>
          </p:cNvPr>
          <p:cNvSpPr/>
          <p:nvPr/>
        </p:nvSpPr>
        <p:spPr>
          <a:xfrm>
            <a:off x="2124009" y="1332717"/>
            <a:ext cx="1440000" cy="1800000"/>
          </a:xfrm>
          <a:prstGeom prst="flowChartOffpageConnector">
            <a:avLst/>
          </a:prstGeom>
          <a:solidFill>
            <a:srgbClr val="F7C753"/>
          </a:solidFill>
          <a:ln>
            <a:solidFill>
              <a:srgbClr val="F7C75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Flowchart: Off-page Connector 160">
            <a:extLst>
              <a:ext uri="{FF2B5EF4-FFF2-40B4-BE49-F238E27FC236}">
                <a16:creationId xmlns:a16="http://schemas.microsoft.com/office/drawing/2014/main" id="{8EE884C7-CF80-1B1A-E73D-0FEB07BFADE4}"/>
              </a:ext>
            </a:extLst>
          </p:cNvPr>
          <p:cNvSpPr/>
          <p:nvPr/>
        </p:nvSpPr>
        <p:spPr>
          <a:xfrm>
            <a:off x="2124009" y="3439385"/>
            <a:ext cx="1440000" cy="1800000"/>
          </a:xfrm>
          <a:prstGeom prst="flowChartOffpageConnector">
            <a:avLst/>
          </a:prstGeom>
          <a:solidFill>
            <a:srgbClr val="F7C753"/>
          </a:solidFill>
          <a:ln>
            <a:solidFill>
              <a:srgbClr val="F7C75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Flowchart: Off-page Connector 173">
            <a:extLst>
              <a:ext uri="{FF2B5EF4-FFF2-40B4-BE49-F238E27FC236}">
                <a16:creationId xmlns:a16="http://schemas.microsoft.com/office/drawing/2014/main" id="{D2F2B3D2-A7C4-300F-ECC3-CB1FCE313EA4}"/>
              </a:ext>
            </a:extLst>
          </p:cNvPr>
          <p:cNvSpPr/>
          <p:nvPr/>
        </p:nvSpPr>
        <p:spPr>
          <a:xfrm>
            <a:off x="7030433" y="3429000"/>
            <a:ext cx="1440000" cy="1800000"/>
          </a:xfrm>
          <a:prstGeom prst="flowChartOffpageConnector">
            <a:avLst/>
          </a:prstGeom>
          <a:solidFill>
            <a:srgbClr val="F7C753"/>
          </a:solidFill>
          <a:ln>
            <a:solidFill>
              <a:srgbClr val="F7C75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1760ABF7-9488-14EA-7452-19540514AFFC}"/>
              </a:ext>
            </a:extLst>
          </p:cNvPr>
          <p:cNvSpPr txBox="1"/>
          <p:nvPr/>
        </p:nvSpPr>
        <p:spPr>
          <a:xfrm>
            <a:off x="179066" y="5842337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F7C75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 Condensed" panose="02070606080606020203" pitchFamily="18" charset="0"/>
                <a:ea typeface="Tahoma" panose="020B0604030504040204" pitchFamily="34" charset="0"/>
                <a:cs typeface="Tahoma" panose="020B0604030504040204" pitchFamily="34" charset="0"/>
              </a:rPr>
              <a:t>CAMPEÕES – PRINCIPAIS COMPETIÇÕES CONTINENTAIS</a:t>
            </a:r>
            <a:endParaRPr lang="en-US" sz="6000" dirty="0">
              <a:solidFill>
                <a:srgbClr val="F7C75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doni MT Condensed" panose="020706060806060202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Flowchart: Off-page Connector 2">
            <a:extLst>
              <a:ext uri="{FF2B5EF4-FFF2-40B4-BE49-F238E27FC236}">
                <a16:creationId xmlns:a16="http://schemas.microsoft.com/office/drawing/2014/main" id="{0D6584AF-86C4-1123-5C07-2B2665582909}"/>
              </a:ext>
            </a:extLst>
          </p:cNvPr>
          <p:cNvSpPr/>
          <p:nvPr/>
        </p:nvSpPr>
        <p:spPr>
          <a:xfrm>
            <a:off x="4577221" y="3439385"/>
            <a:ext cx="1440000" cy="1800000"/>
          </a:xfrm>
          <a:prstGeom prst="flowChartOffpageConnector">
            <a:avLst/>
          </a:prstGeom>
          <a:solidFill>
            <a:srgbClr val="F7C753"/>
          </a:solidFill>
          <a:ln>
            <a:solidFill>
              <a:srgbClr val="F7C75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32007CF8-FD7D-841E-72E9-FE9F62EE6B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433" y="1332717"/>
            <a:ext cx="430263" cy="375502"/>
          </a:xfrm>
          <a:prstGeom prst="rect">
            <a:avLst/>
          </a:prstGeom>
        </p:spPr>
      </p:pic>
      <p:pic>
        <p:nvPicPr>
          <p:cNvPr id="11" name="Picture 10" descr="A logo with a lion and a shield&#10;&#10;AI-generated content may be incorrect.">
            <a:extLst>
              <a:ext uri="{FF2B5EF4-FFF2-40B4-BE49-F238E27FC236}">
                <a16:creationId xmlns:a16="http://schemas.microsoft.com/office/drawing/2014/main" id="{77791F4E-5B75-F823-A3F9-EA43D14E95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298" y="1617421"/>
            <a:ext cx="1425600" cy="1425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BE4701-3534-C239-B755-37438DAD85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439" y="3441290"/>
            <a:ext cx="430263" cy="3720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2424A8-EB43-8A44-1282-7D7FE60873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554" y="3780583"/>
            <a:ext cx="1323800" cy="129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0A57C6E-B224-0562-0E4D-0426EBF921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81031" y="3439385"/>
            <a:ext cx="441693" cy="3475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D8645F-A505-4E28-A085-D92E1C7C5A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971" y="3691248"/>
            <a:ext cx="1425600" cy="14256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F29A49D-04D9-3B4E-F806-D0869C6F60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003" y="3717298"/>
            <a:ext cx="1368000" cy="1368000"/>
          </a:xfrm>
          <a:prstGeom prst="rect">
            <a:avLst/>
          </a:prstGeom>
        </p:spPr>
      </p:pic>
      <p:pic>
        <p:nvPicPr>
          <p:cNvPr id="5" name="Picture 4" descr="A red circle with a blue circle and white text&#10;&#10;AI-generated content may be incorrect.">
            <a:extLst>
              <a:ext uri="{FF2B5EF4-FFF2-40B4-BE49-F238E27FC236}">
                <a16:creationId xmlns:a16="http://schemas.microsoft.com/office/drawing/2014/main" id="{188DBEF5-C1FA-F48C-1448-6DFB9933749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783" y="3430905"/>
            <a:ext cx="370800" cy="370800"/>
          </a:xfrm>
          <a:prstGeom prst="rect">
            <a:avLst/>
          </a:prstGeom>
        </p:spPr>
      </p:pic>
      <p:pic>
        <p:nvPicPr>
          <p:cNvPr id="7" name="Picture 6" descr="A logo of a football ball&#10;&#10;AI-generated content may be incorrect.">
            <a:extLst>
              <a:ext uri="{FF2B5EF4-FFF2-40B4-BE49-F238E27FC236}">
                <a16:creationId xmlns:a16="http://schemas.microsoft.com/office/drawing/2014/main" id="{A88B20CF-B6E9-F97F-CE77-76CC1D5BE8C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374" y="1332717"/>
            <a:ext cx="449005" cy="374400"/>
          </a:xfrm>
          <a:prstGeom prst="rect">
            <a:avLst/>
          </a:prstGeom>
        </p:spPr>
      </p:pic>
      <p:pic>
        <p:nvPicPr>
          <p:cNvPr id="8" name="Picture 7" descr="A yellow and green logo with a hand pointing up&#10;&#10;AI-generated content may be incorrect.">
            <a:extLst>
              <a:ext uri="{FF2B5EF4-FFF2-40B4-BE49-F238E27FC236}">
                <a16:creationId xmlns:a16="http://schemas.microsoft.com/office/drawing/2014/main" id="{FC688495-AB70-8922-9B7F-16687BB8C9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876" y="1633067"/>
            <a:ext cx="1368000" cy="115142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FB20818-7D5C-51E5-A2F2-7AAB53AE41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29723" y="1332717"/>
            <a:ext cx="441693" cy="374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4E03217-0D9E-6606-CE8C-9471662D06E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739" y="1666541"/>
            <a:ext cx="1365269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906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BB174E-65B5-A1B1-2F8A-3FC9E52C2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Flowchart: Off-page Connector 168">
            <a:extLst>
              <a:ext uri="{FF2B5EF4-FFF2-40B4-BE49-F238E27FC236}">
                <a16:creationId xmlns:a16="http://schemas.microsoft.com/office/drawing/2014/main" id="{0CD51461-07CB-F056-E63A-BC68501C58AB}"/>
              </a:ext>
            </a:extLst>
          </p:cNvPr>
          <p:cNvSpPr/>
          <p:nvPr/>
        </p:nvSpPr>
        <p:spPr>
          <a:xfrm>
            <a:off x="7008373" y="1332717"/>
            <a:ext cx="1440000" cy="1800000"/>
          </a:xfrm>
          <a:prstGeom prst="flowChartOffpageConnector">
            <a:avLst/>
          </a:prstGeom>
          <a:solidFill>
            <a:srgbClr val="F7C753"/>
          </a:solidFill>
          <a:ln>
            <a:solidFill>
              <a:srgbClr val="F7C75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Flowchart: Off-page Connector 157">
            <a:extLst>
              <a:ext uri="{FF2B5EF4-FFF2-40B4-BE49-F238E27FC236}">
                <a16:creationId xmlns:a16="http://schemas.microsoft.com/office/drawing/2014/main" id="{52AA75AD-551E-0B18-07A4-077D8ACE3AEF}"/>
              </a:ext>
            </a:extLst>
          </p:cNvPr>
          <p:cNvSpPr/>
          <p:nvPr/>
        </p:nvSpPr>
        <p:spPr>
          <a:xfrm>
            <a:off x="4566191" y="1332717"/>
            <a:ext cx="1440000" cy="1800000"/>
          </a:xfrm>
          <a:prstGeom prst="flowChartOffpageConnector">
            <a:avLst/>
          </a:prstGeom>
          <a:solidFill>
            <a:srgbClr val="F7C753"/>
          </a:solidFill>
          <a:ln>
            <a:solidFill>
              <a:srgbClr val="F7C75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lowchart: Off-page Connector 9">
            <a:extLst>
              <a:ext uri="{FF2B5EF4-FFF2-40B4-BE49-F238E27FC236}">
                <a16:creationId xmlns:a16="http://schemas.microsoft.com/office/drawing/2014/main" id="{B703F5A0-68F0-7844-8E89-936FA1B8F3F3}"/>
              </a:ext>
            </a:extLst>
          </p:cNvPr>
          <p:cNvSpPr/>
          <p:nvPr/>
        </p:nvSpPr>
        <p:spPr>
          <a:xfrm>
            <a:off x="2124009" y="1332717"/>
            <a:ext cx="1440000" cy="1800000"/>
          </a:xfrm>
          <a:prstGeom prst="flowChartOffpageConnector">
            <a:avLst/>
          </a:prstGeom>
          <a:solidFill>
            <a:srgbClr val="F7C753"/>
          </a:solidFill>
          <a:ln>
            <a:solidFill>
              <a:srgbClr val="F7C75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Flowchart: Off-page Connector 160">
            <a:extLst>
              <a:ext uri="{FF2B5EF4-FFF2-40B4-BE49-F238E27FC236}">
                <a16:creationId xmlns:a16="http://schemas.microsoft.com/office/drawing/2014/main" id="{963336A8-5D40-008C-29C8-3CC4714AAC7D}"/>
              </a:ext>
            </a:extLst>
          </p:cNvPr>
          <p:cNvSpPr/>
          <p:nvPr/>
        </p:nvSpPr>
        <p:spPr>
          <a:xfrm>
            <a:off x="3428934" y="3429000"/>
            <a:ext cx="1440000" cy="1800000"/>
          </a:xfrm>
          <a:prstGeom prst="flowChartOffpageConnector">
            <a:avLst/>
          </a:prstGeom>
          <a:solidFill>
            <a:srgbClr val="F7C753"/>
          </a:solidFill>
          <a:ln>
            <a:solidFill>
              <a:srgbClr val="F7C75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9B502588-D4C9-D369-B2D5-9A77AB6D24BF}"/>
              </a:ext>
            </a:extLst>
          </p:cNvPr>
          <p:cNvSpPr txBox="1"/>
          <p:nvPr/>
        </p:nvSpPr>
        <p:spPr>
          <a:xfrm>
            <a:off x="0" y="5842337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F7C75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 Condensed" panose="02070606080606020203" pitchFamily="18" charset="0"/>
                <a:ea typeface="Tahoma" panose="020B0604030504040204" pitchFamily="34" charset="0"/>
                <a:cs typeface="Tahoma" panose="020B0604030504040204" pitchFamily="34" charset="0"/>
              </a:rPr>
              <a:t>CAMPEÕES – COMPETIÇÕES CONTINENTAIS SECUNDÁRIAS</a:t>
            </a:r>
            <a:endParaRPr lang="en-US" sz="6000" dirty="0">
              <a:solidFill>
                <a:srgbClr val="F7C75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doni MT Condensed" panose="020706060806060202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Flowchart: Off-page Connector 2">
            <a:extLst>
              <a:ext uri="{FF2B5EF4-FFF2-40B4-BE49-F238E27FC236}">
                <a16:creationId xmlns:a16="http://schemas.microsoft.com/office/drawing/2014/main" id="{8B372A55-1184-1DC3-B5B1-14C94CA1EC6C}"/>
              </a:ext>
            </a:extLst>
          </p:cNvPr>
          <p:cNvSpPr/>
          <p:nvPr/>
        </p:nvSpPr>
        <p:spPr>
          <a:xfrm>
            <a:off x="5882146" y="3429000"/>
            <a:ext cx="1440000" cy="1800000"/>
          </a:xfrm>
          <a:prstGeom prst="flowChartOffpageConnector">
            <a:avLst/>
          </a:prstGeom>
          <a:solidFill>
            <a:srgbClr val="F7C753"/>
          </a:solidFill>
          <a:ln>
            <a:solidFill>
              <a:srgbClr val="F7C75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CD834DDE-0212-4779-49C1-5ACDC4A9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433" y="1332717"/>
            <a:ext cx="430263" cy="37550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6531657-BE81-AEEB-6410-D32F51363D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364" y="3430905"/>
            <a:ext cx="430263" cy="3720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7DB291-EE18-37A0-33E2-6FC55BB765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560" y="3802956"/>
            <a:ext cx="1368000" cy="1368000"/>
          </a:xfrm>
          <a:prstGeom prst="rect">
            <a:avLst/>
          </a:prstGeom>
        </p:spPr>
      </p:pic>
      <p:pic>
        <p:nvPicPr>
          <p:cNvPr id="4" name="Picture 3" descr="A red circle with a blue circle and white text&#10;&#10;AI-generated content may be incorrect.">
            <a:extLst>
              <a:ext uri="{FF2B5EF4-FFF2-40B4-BE49-F238E27FC236}">
                <a16:creationId xmlns:a16="http://schemas.microsoft.com/office/drawing/2014/main" id="{645B5B30-DD7E-6CA4-0EBD-B78ECD3B91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051" y="3431530"/>
            <a:ext cx="370800" cy="370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F64C52-C8A6-2C08-B0EC-034354B032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0051" y="3802330"/>
            <a:ext cx="1368000" cy="11234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AACE7B-5C6D-154B-5390-E74DB66788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3898" y="1670967"/>
            <a:ext cx="1368000" cy="1368000"/>
          </a:xfrm>
          <a:prstGeom prst="rect">
            <a:avLst/>
          </a:prstGeom>
        </p:spPr>
      </p:pic>
      <p:pic>
        <p:nvPicPr>
          <p:cNvPr id="12" name="Picture 11" descr="A logo of a football ball&#10;&#10;AI-generated content may be incorrect.">
            <a:extLst>
              <a:ext uri="{FF2B5EF4-FFF2-40B4-BE49-F238E27FC236}">
                <a16:creationId xmlns:a16="http://schemas.microsoft.com/office/drawing/2014/main" id="{4815BCBD-7B60-84DA-263C-AA810247C6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374" y="1332717"/>
            <a:ext cx="449005" cy="374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3B56290-2473-DEF9-6B20-FAE06EB857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317" y="1629000"/>
            <a:ext cx="1056637" cy="14328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D095898-B99C-6B7D-48BB-534FC7552F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29723" y="1332717"/>
            <a:ext cx="441693" cy="374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222E98A-FFCF-5BA3-620D-D51F7612F9F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564" y="1720734"/>
            <a:ext cx="1236889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386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51C3C3-04EE-DE22-4A5A-DFC958E02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Flowchart: Off-page Connector 168">
            <a:extLst>
              <a:ext uri="{FF2B5EF4-FFF2-40B4-BE49-F238E27FC236}">
                <a16:creationId xmlns:a16="http://schemas.microsoft.com/office/drawing/2014/main" id="{42145100-CB8E-28E8-516E-0A4925892159}"/>
              </a:ext>
            </a:extLst>
          </p:cNvPr>
          <p:cNvSpPr/>
          <p:nvPr/>
        </p:nvSpPr>
        <p:spPr>
          <a:xfrm>
            <a:off x="4857584" y="2053621"/>
            <a:ext cx="2038309" cy="2750758"/>
          </a:xfrm>
          <a:prstGeom prst="flowChartOffpageConnector">
            <a:avLst/>
          </a:prstGeom>
          <a:solidFill>
            <a:srgbClr val="F7C753"/>
          </a:solidFill>
          <a:ln>
            <a:solidFill>
              <a:srgbClr val="F7C75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5A842C-EB5A-2DEF-02FD-62B6AB752EE1}"/>
              </a:ext>
            </a:extLst>
          </p:cNvPr>
          <p:cNvSpPr txBox="1"/>
          <p:nvPr/>
        </p:nvSpPr>
        <p:spPr>
          <a:xfrm>
            <a:off x="0" y="5842337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F7C75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 Condensed" panose="02070606080606020203" pitchFamily="18" charset="0"/>
                <a:ea typeface="Tahoma" panose="020B0604030504040204" pitchFamily="34" charset="0"/>
                <a:cs typeface="Tahoma" panose="020B0604030504040204" pitchFamily="34" charset="0"/>
              </a:rPr>
              <a:t>CAMPEÃO – COPA INTERCONTINENTAL</a:t>
            </a:r>
            <a:endParaRPr lang="en-US" sz="6000" dirty="0">
              <a:solidFill>
                <a:srgbClr val="F7C75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doni MT Condensed" panose="020706060806060202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06115E-E86A-8529-549C-9DF376726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738" y="2529000"/>
            <a:ext cx="1800000" cy="180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F3CA85-353B-2F54-C171-26F9650C60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583" y="786114"/>
            <a:ext cx="2038309" cy="102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541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25645</TotalTime>
  <Words>14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Bodoni MT Condensed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Estima</dc:creator>
  <cp:lastModifiedBy>Rafael Estima</cp:lastModifiedBy>
  <cp:revision>2</cp:revision>
  <dcterms:created xsi:type="dcterms:W3CDTF">2025-12-29T20:40:27Z</dcterms:created>
  <dcterms:modified xsi:type="dcterms:W3CDTF">2026-07-26T06:10:41Z</dcterms:modified>
</cp:coreProperties>
</file>