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06B"/>
    <a:srgbClr val="020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E6A86-A155-4291-8554-14EFD8583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F1F359-2F79-6BE5-0873-58A28A5FF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EE427-0F01-9E5F-C7A9-1EF5BBC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80C8-DD65-4DF9-8D8F-A39C4A1AF49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5540C-4EF5-A8E7-7481-CADEF7300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C400C-3B71-5288-341E-3164A87B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B87C-F69E-4979-9526-0F822590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06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DBBB-7D13-99C3-5F18-3E7BCFC0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26BD3-32EE-2FBF-119A-93BDE502B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25BD3-5C4D-4D2C-F157-AC28979AA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80C8-DD65-4DF9-8D8F-A39C4A1AF49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AB93-1710-FEEC-F0E7-198A72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48303-87A8-55F7-5DEC-0AE63D96F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B87C-F69E-4979-9526-0F822590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1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FB4-8131-1018-4229-8F643737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E02DC-C099-610C-F1F8-459E0C121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A7346-6194-4FF0-68EF-782BBD4C6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80C8-DD65-4DF9-8D8F-A39C4A1AF49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09E4A-B3FB-6606-D55D-047A5A8B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061B6-35B5-C6A6-9781-488A72D0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B87C-F69E-4979-9526-0F822590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753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B3AE8-F15D-9149-FD8A-7A60674E8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AE499-24BE-A959-C1B8-76A8C1E741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2DC83-808C-33DE-E46D-E8376E742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7C50A-3794-847C-9C3A-17737B97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80C8-DD65-4DF9-8D8F-A39C4A1AF49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2D3E5-2A8F-4FBE-0088-17BFA7063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5A614-B62D-585D-EAFA-101C6B955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B87C-F69E-4979-9526-0F822590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31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387D2-8118-F232-A58F-40D5A2E8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F062A-08DD-B539-38DA-3095A4BDF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0D067-5AF6-B4B0-62E4-5A40EE719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87411C-8FC4-A33E-AA9F-DA773C0E6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B609B5-B114-8CF9-8964-FD6E3FC6A5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4CA6FA-C71B-005A-DE80-38A05CBBB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80C8-DD65-4DF9-8D8F-A39C4A1AF49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126CFB-712D-E9C7-A1D6-3CD5325C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2ABF47-53D1-AE77-BEE3-6ABDA0A3C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B87C-F69E-4979-9526-0F822590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70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76463-6BBD-DA7D-AF8A-E93F88FC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53082E-0FE9-9A5C-52C0-4F5760F7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80C8-DD65-4DF9-8D8F-A39C4A1AF49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E3EE94-D5C5-699D-E50A-5079336DF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9E46E7-F831-9FA7-A103-5EB671AF7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B87C-F69E-4979-9526-0F822590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68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E69578-E05C-9F56-216D-218D472B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80C8-DD65-4DF9-8D8F-A39C4A1AF49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5CA874-D9DA-6D36-7F95-5F444F06D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80645-E9DF-FE33-CC79-635CBFFA1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B87C-F69E-4979-9526-0F822590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23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F090A-5560-84EF-726A-BF2C37D0C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20269-878D-430B-9DF2-8F6F5A461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4BA63-7C5D-2E7A-0D41-BFE70C333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32388-088B-2451-4BD3-CDE13E97D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80C8-DD65-4DF9-8D8F-A39C4A1AF49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42E32-942C-31FA-585D-68EE50E45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8C459-809F-D09B-8A25-63CA89A5D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B87C-F69E-4979-9526-0F822590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081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58FD5-F477-4B50-A50D-40FE4B501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BD6982-4C58-20E7-3A62-A330BD84EF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03FA7-4721-4C7E-88E7-D16430482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10BB6-880D-6810-0588-6D0EEAAA7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80C8-DD65-4DF9-8D8F-A39C4A1AF49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1BEE5-0DF2-9504-D8C7-90F04E30D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27D73-D830-C8FE-A430-FC82F7D55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B87C-F69E-4979-9526-0F822590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064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3CBE5-CB43-DF94-96B2-460366694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C3BE4-ED9B-663A-B960-10079BAE1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A8256-0805-1B45-DBB2-7ACACDD60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80C8-DD65-4DF9-8D8F-A39C4A1AF49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C48C4-4D27-733C-17E9-81E7A6008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28276-D4FE-A3AF-36F7-07B94138C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B87C-F69E-4979-9526-0F822590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88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887BFC-84F1-8697-C382-2EF7BF3AD6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3A1F1-819C-4EDD-2BB7-4C77BCB6A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81692-A6E7-8C4F-AF5E-3585D8A9A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80C8-DD65-4DF9-8D8F-A39C4A1AF49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9787D-FFCD-D1F1-9DE1-0E251B3CB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165BA-F047-A4F6-71DB-BF54EDF7F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B87C-F69E-4979-9526-0F822590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60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6A3298-1E34-92A9-EC5B-D483B90A7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0ED59-254D-D304-9355-44167F22A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49573-D028-8EAD-0245-79458464A2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280C8-DD65-4DF9-8D8F-A39C4A1AF49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6BD26-A137-1FF0-9197-BD626BC897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8F10D-63DB-44E0-86C4-069AFD11B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50B87C-F69E-4979-9526-0F822590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0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2.png"/><Relationship Id="rId21" Type="http://schemas.openxmlformats.org/officeDocument/2006/relationships/image" Target="../media/image19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hyperlink" Target="https://www.britannica.com/summary/Colombia" TargetMode="External"/><Relationship Id="rId19" Type="http://schemas.openxmlformats.org/officeDocument/2006/relationships/image" Target="../media/image17.png"/><Relationship Id="rId4" Type="http://schemas.openxmlformats.org/officeDocument/2006/relationships/image" Target="../media/image3.svg"/><Relationship Id="rId9" Type="http://schemas.openxmlformats.org/officeDocument/2006/relationships/image" Target="../media/image8.jpg"/><Relationship Id="rId14" Type="http://schemas.openxmlformats.org/officeDocument/2006/relationships/image" Target="../media/image12.sv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1.png"/><Relationship Id="rId18" Type="http://schemas.openxmlformats.org/officeDocument/2006/relationships/image" Target="../media/image33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image" Target="../media/image18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0.png"/><Relationship Id="rId5" Type="http://schemas.openxmlformats.org/officeDocument/2006/relationships/image" Target="../media/image4.png"/><Relationship Id="rId15" Type="http://schemas.openxmlformats.org/officeDocument/2006/relationships/image" Target="../media/image32.png"/><Relationship Id="rId10" Type="http://schemas.openxmlformats.org/officeDocument/2006/relationships/hyperlink" Target="https://www.britannica.com/summary/Colombia" TargetMode="External"/><Relationship Id="rId19" Type="http://schemas.openxmlformats.org/officeDocument/2006/relationships/image" Target="../media/image34.svg"/><Relationship Id="rId4" Type="http://schemas.openxmlformats.org/officeDocument/2006/relationships/image" Target="../media/image27.png"/><Relationship Id="rId9" Type="http://schemas.openxmlformats.org/officeDocument/2006/relationships/image" Target="../media/image8.jp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9A677929-49C1-4A2E-6B32-D9910B545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082" y="24087"/>
            <a:ext cx="2764419" cy="2412000"/>
          </a:xfrm>
          <a:prstGeom prst="rect">
            <a:avLst/>
          </a:prstGeom>
        </p:spPr>
      </p:pic>
      <p:sp>
        <p:nvSpPr>
          <p:cNvPr id="291" name="TextBox 290">
            <a:extLst>
              <a:ext uri="{FF2B5EF4-FFF2-40B4-BE49-F238E27FC236}">
                <a16:creationId xmlns:a16="http://schemas.microsoft.com/office/drawing/2014/main" id="{E998EDEC-BC02-7494-CB5B-1EE941A983B3}"/>
              </a:ext>
            </a:extLst>
          </p:cNvPr>
          <p:cNvSpPr txBox="1"/>
          <p:nvPr/>
        </p:nvSpPr>
        <p:spPr>
          <a:xfrm>
            <a:off x="3085181" y="2483056"/>
            <a:ext cx="55905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BD0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agara Solid" panose="04020502070702020202" pitchFamily="82" charset="0"/>
                <a:ea typeface="MS PGothic" panose="020B0600070205080204" pitchFamily="34" charset="-128"/>
                <a:cs typeface="LilyUPC" panose="020B0604020202020204" pitchFamily="34" charset="-34"/>
              </a:rPr>
              <a:t>CAMPEÕES - PRIMEIRA DIVISÃO</a:t>
            </a:r>
            <a:endParaRPr lang="en-US" sz="6000" dirty="0">
              <a:solidFill>
                <a:srgbClr val="FBD06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iagara Solid" panose="04020502070702020202" pitchFamily="82" charset="0"/>
              <a:ea typeface="MS PGothic" panose="020B0600070205080204" pitchFamily="34" charset="-128"/>
              <a:cs typeface="LilyUPC" panose="020B0604020202020204" pitchFamily="34" charset="-34"/>
            </a:endParaRPr>
          </a:p>
        </p:txBody>
      </p:sp>
      <p:sp>
        <p:nvSpPr>
          <p:cNvPr id="154" name="Flowchart: Off-page Connector 153">
            <a:extLst>
              <a:ext uri="{FF2B5EF4-FFF2-40B4-BE49-F238E27FC236}">
                <a16:creationId xmlns:a16="http://schemas.microsoft.com/office/drawing/2014/main" id="{79F732DF-6277-C402-1478-5C9061C652C3}"/>
              </a:ext>
            </a:extLst>
          </p:cNvPr>
          <p:cNvSpPr/>
          <p:nvPr/>
        </p:nvSpPr>
        <p:spPr>
          <a:xfrm>
            <a:off x="2196253" y="1355855"/>
            <a:ext cx="720000" cy="900000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lowchart: Off-page Connector 151">
            <a:extLst>
              <a:ext uri="{FF2B5EF4-FFF2-40B4-BE49-F238E27FC236}">
                <a16:creationId xmlns:a16="http://schemas.microsoft.com/office/drawing/2014/main" id="{FB52932D-94A2-5E63-DFB6-62106C793298}"/>
              </a:ext>
            </a:extLst>
          </p:cNvPr>
          <p:cNvSpPr/>
          <p:nvPr/>
        </p:nvSpPr>
        <p:spPr>
          <a:xfrm>
            <a:off x="221064" y="1355855"/>
            <a:ext cx="720000" cy="900000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3FBF83CD-923F-4B79-87C0-B67EFB8BF6B5}"/>
              </a:ext>
            </a:extLst>
          </p:cNvPr>
          <p:cNvSpPr/>
          <p:nvPr/>
        </p:nvSpPr>
        <p:spPr>
          <a:xfrm>
            <a:off x="221064" y="170822"/>
            <a:ext cx="720000" cy="900000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D06B"/>
              </a:solidFill>
            </a:endParaRPr>
          </a:p>
        </p:txBody>
      </p:sp>
      <p:sp>
        <p:nvSpPr>
          <p:cNvPr id="10" name="Flowchart: Off-page Connector 9">
            <a:extLst>
              <a:ext uri="{FF2B5EF4-FFF2-40B4-BE49-F238E27FC236}">
                <a16:creationId xmlns:a16="http://schemas.microsoft.com/office/drawing/2014/main" id="{294DFE0F-6272-E7D2-6310-4480658EC3CF}"/>
              </a:ext>
            </a:extLst>
          </p:cNvPr>
          <p:cNvSpPr/>
          <p:nvPr/>
        </p:nvSpPr>
        <p:spPr>
          <a:xfrm>
            <a:off x="1209424" y="170822"/>
            <a:ext cx="720000" cy="900000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Off-page Connector 10">
            <a:extLst>
              <a:ext uri="{FF2B5EF4-FFF2-40B4-BE49-F238E27FC236}">
                <a16:creationId xmlns:a16="http://schemas.microsoft.com/office/drawing/2014/main" id="{9F4FB0D3-D50E-B14A-BD1C-B4FEB23777C2}"/>
              </a:ext>
            </a:extLst>
          </p:cNvPr>
          <p:cNvSpPr/>
          <p:nvPr/>
        </p:nvSpPr>
        <p:spPr>
          <a:xfrm>
            <a:off x="2196253" y="170822"/>
            <a:ext cx="720000" cy="900000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Flowchart: Off-page Connector 152">
            <a:extLst>
              <a:ext uri="{FF2B5EF4-FFF2-40B4-BE49-F238E27FC236}">
                <a16:creationId xmlns:a16="http://schemas.microsoft.com/office/drawing/2014/main" id="{80F1EB19-3240-C949-DC12-F34B8107439D}"/>
              </a:ext>
            </a:extLst>
          </p:cNvPr>
          <p:cNvSpPr/>
          <p:nvPr/>
        </p:nvSpPr>
        <p:spPr>
          <a:xfrm>
            <a:off x="1209424" y="1355855"/>
            <a:ext cx="720000" cy="900000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Off-page Connector 14">
            <a:extLst>
              <a:ext uri="{FF2B5EF4-FFF2-40B4-BE49-F238E27FC236}">
                <a16:creationId xmlns:a16="http://schemas.microsoft.com/office/drawing/2014/main" id="{CAC58A43-C83E-168F-943A-705B2B94C73F}"/>
              </a:ext>
            </a:extLst>
          </p:cNvPr>
          <p:cNvSpPr/>
          <p:nvPr/>
        </p:nvSpPr>
        <p:spPr>
          <a:xfrm>
            <a:off x="221829" y="2540888"/>
            <a:ext cx="720000" cy="900000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D06B"/>
              </a:solidFill>
            </a:endParaRPr>
          </a:p>
        </p:txBody>
      </p:sp>
      <p:sp>
        <p:nvSpPr>
          <p:cNvPr id="17" name="Flowchart: Off-page Connector 16">
            <a:extLst>
              <a:ext uri="{FF2B5EF4-FFF2-40B4-BE49-F238E27FC236}">
                <a16:creationId xmlns:a16="http://schemas.microsoft.com/office/drawing/2014/main" id="{85CF713D-0502-FA3C-AABE-DA44D310D82D}"/>
              </a:ext>
            </a:extLst>
          </p:cNvPr>
          <p:cNvSpPr/>
          <p:nvPr/>
        </p:nvSpPr>
        <p:spPr>
          <a:xfrm>
            <a:off x="1210189" y="2540888"/>
            <a:ext cx="720000" cy="900000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Off-page Connector 18">
            <a:extLst>
              <a:ext uri="{FF2B5EF4-FFF2-40B4-BE49-F238E27FC236}">
                <a16:creationId xmlns:a16="http://schemas.microsoft.com/office/drawing/2014/main" id="{2BAA47E1-35FD-F766-6D03-979BC21E6556}"/>
              </a:ext>
            </a:extLst>
          </p:cNvPr>
          <p:cNvSpPr/>
          <p:nvPr/>
        </p:nvSpPr>
        <p:spPr>
          <a:xfrm>
            <a:off x="2197018" y="2540888"/>
            <a:ext cx="720000" cy="900000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red white and blue flag&#10;&#10;AI-generated content may be incorrect.">
            <a:extLst>
              <a:ext uri="{FF2B5EF4-FFF2-40B4-BE49-F238E27FC236}">
                <a16:creationId xmlns:a16="http://schemas.microsoft.com/office/drawing/2014/main" id="{AA220E99-2BC7-4EF0-F64D-BDB3FCF2E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800" y="1376810"/>
            <a:ext cx="191398" cy="133978"/>
          </a:xfrm>
          <a:prstGeom prst="rect">
            <a:avLst/>
          </a:prstGeom>
        </p:spPr>
      </p:pic>
      <p:pic>
        <p:nvPicPr>
          <p:cNvPr id="225" name="Graphic 224">
            <a:extLst>
              <a:ext uri="{FF2B5EF4-FFF2-40B4-BE49-F238E27FC236}">
                <a16:creationId xmlns:a16="http://schemas.microsoft.com/office/drawing/2014/main" id="{5714BD24-1ABB-0DBB-7117-D9347E752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11867" y="1625855"/>
            <a:ext cx="313200" cy="360000"/>
          </a:xfrm>
          <a:prstGeom prst="rect">
            <a:avLst/>
          </a:prstGeom>
        </p:spPr>
      </p:pic>
      <p:pic>
        <p:nvPicPr>
          <p:cNvPr id="7" name="Picture 6" descr="A blue and white flag with a sun&#10;&#10;AI-generated content may be incorrect.">
            <a:extLst>
              <a:ext uri="{FF2B5EF4-FFF2-40B4-BE49-F238E27FC236}">
                <a16:creationId xmlns:a16="http://schemas.microsoft.com/office/drawing/2014/main" id="{C95F055D-C452-E223-1759-F5D822A522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751" y="2569730"/>
            <a:ext cx="191398" cy="133978"/>
          </a:xfrm>
          <a:prstGeom prst="rect">
            <a:avLst/>
          </a:prstGeom>
        </p:spPr>
      </p:pic>
      <p:pic>
        <p:nvPicPr>
          <p:cNvPr id="8" name="Picture 7" descr="A logo of a city&#10;&#10;AI-generated content may be incorrect.">
            <a:extLst>
              <a:ext uri="{FF2B5EF4-FFF2-40B4-BE49-F238E27FC236}">
                <a16:creationId xmlns:a16="http://schemas.microsoft.com/office/drawing/2014/main" id="{D6572752-90E7-1B1B-F51B-E5C9679CD5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556" y="2717043"/>
            <a:ext cx="623363" cy="623363"/>
          </a:xfrm>
          <a:prstGeom prst="rect">
            <a:avLst/>
          </a:prstGeom>
        </p:spPr>
      </p:pic>
      <p:pic>
        <p:nvPicPr>
          <p:cNvPr id="12" name="Picture 11" descr="A flag with a red blue and yellow stripe with white stars&#10;&#10;AI-generated content may be incorrect.">
            <a:extLst>
              <a:ext uri="{FF2B5EF4-FFF2-40B4-BE49-F238E27FC236}">
                <a16:creationId xmlns:a16="http://schemas.microsoft.com/office/drawing/2014/main" id="{81A79029-C9ED-DF32-C020-1944D62770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800" y="2569730"/>
            <a:ext cx="191398" cy="133977"/>
          </a:xfrm>
          <a:prstGeom prst="rect">
            <a:avLst/>
          </a:prstGeom>
        </p:spPr>
      </p:pic>
      <p:pic>
        <p:nvPicPr>
          <p:cNvPr id="14" name="Picture 1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CC5B5914-D09D-DD44-926E-980B554606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853" y="2703707"/>
            <a:ext cx="712800" cy="712800"/>
          </a:xfrm>
          <a:prstGeom prst="rect">
            <a:avLst/>
          </a:prstGeom>
        </p:spPr>
      </p:pic>
      <p:pic>
        <p:nvPicPr>
          <p:cNvPr id="18" name="Picture 17" descr="A yellow red blue and black flag&#10;&#10;AI-generated content may be incorrect.">
            <a:extLst>
              <a:ext uri="{FF2B5EF4-FFF2-40B4-BE49-F238E27FC236}">
                <a16:creationId xmlns:a16="http://schemas.microsoft.com/office/drawing/2014/main" id="{7DF64685-CEE8-496D-30A9-745E49882C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255493" y="1376810"/>
            <a:ext cx="191398" cy="133978"/>
          </a:xfrm>
          <a:prstGeom prst="rect">
            <a:avLst/>
          </a:prstGeom>
        </p:spPr>
      </p:pic>
      <p:pic>
        <p:nvPicPr>
          <p:cNvPr id="21" name="Picture 20" descr="A gold shield with a bird and a fish&#10;&#10;AI-generated content may be incorrect.">
            <a:extLst>
              <a:ext uri="{FF2B5EF4-FFF2-40B4-BE49-F238E27FC236}">
                <a16:creationId xmlns:a16="http://schemas.microsoft.com/office/drawing/2014/main" id="{E46D92FA-0E5A-AFB4-1E27-02D2C699CA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03" y="1532001"/>
            <a:ext cx="624204" cy="712800"/>
          </a:xfrm>
          <a:prstGeom prst="rect">
            <a:avLst/>
          </a:prstGeom>
        </p:spPr>
      </p:pic>
      <p:pic>
        <p:nvPicPr>
          <p:cNvPr id="23" name="Picture 22" descr="A flag with a eagle on it&#10;&#10;AI-generated content may be incorrect.">
            <a:extLst>
              <a:ext uri="{FF2B5EF4-FFF2-40B4-BE49-F238E27FC236}">
                <a16:creationId xmlns:a16="http://schemas.microsoft.com/office/drawing/2014/main" id="{9A0F6A9B-C4F5-B5D2-B977-7C6F5962264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295" y="1372423"/>
            <a:ext cx="191398" cy="133978"/>
          </a:xfrm>
          <a:prstGeom prst="rect">
            <a:avLst/>
          </a:prstGeom>
        </p:spPr>
      </p:pic>
      <p:pic>
        <p:nvPicPr>
          <p:cNvPr id="25" name="Picture 24" descr="A blue and yellow logo&#10;&#10;AI-generated content may be incorrect.">
            <a:extLst>
              <a:ext uri="{FF2B5EF4-FFF2-40B4-BE49-F238E27FC236}">
                <a16:creationId xmlns:a16="http://schemas.microsoft.com/office/drawing/2014/main" id="{59C171D2-1FFE-6135-B944-41B19D7877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986" y="1532001"/>
            <a:ext cx="558094" cy="6228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33474E1D-13DF-C025-808E-A515B575E5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4418" y="2569730"/>
            <a:ext cx="192473" cy="133978"/>
          </a:xfrm>
          <a:prstGeom prst="rect">
            <a:avLst/>
          </a:prstGeom>
        </p:spPr>
      </p:pic>
      <p:pic>
        <p:nvPicPr>
          <p:cNvPr id="224" name="Picture 223" descr="A logo with a person's head&#10;&#10;AI-generated content may be incorrect.">
            <a:extLst>
              <a:ext uri="{FF2B5EF4-FFF2-40B4-BE49-F238E27FC236}">
                <a16:creationId xmlns:a16="http://schemas.microsoft.com/office/drawing/2014/main" id="{E36575BD-2776-E00C-C06B-0B0FEC34E8C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64" y="2717043"/>
            <a:ext cx="622800" cy="622800"/>
          </a:xfrm>
          <a:prstGeom prst="rect">
            <a:avLst/>
          </a:prstGeom>
        </p:spPr>
      </p:pic>
      <p:pic>
        <p:nvPicPr>
          <p:cNvPr id="227" name="Picture 226" descr="A blue and white flag with a sun&#10;&#10;AI-generated content may be incorrect.">
            <a:extLst>
              <a:ext uri="{FF2B5EF4-FFF2-40B4-BE49-F238E27FC236}">
                <a16:creationId xmlns:a16="http://schemas.microsoft.com/office/drawing/2014/main" id="{6A420C55-94C2-7537-4070-F1B4650C41C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93" y="191323"/>
            <a:ext cx="191398" cy="133978"/>
          </a:xfrm>
          <a:prstGeom prst="rect">
            <a:avLst/>
          </a:prstGeom>
        </p:spPr>
      </p:pic>
      <p:pic>
        <p:nvPicPr>
          <p:cNvPr id="229" name="Graphic 228">
            <a:extLst>
              <a:ext uri="{FF2B5EF4-FFF2-40B4-BE49-F238E27FC236}">
                <a16:creationId xmlns:a16="http://schemas.microsoft.com/office/drawing/2014/main" id="{F6221CA2-972E-2157-EC75-D677EA6C7E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6104" y="188499"/>
            <a:ext cx="228600" cy="360000"/>
          </a:xfrm>
          <a:prstGeom prst="rect">
            <a:avLst/>
          </a:prstGeom>
        </p:spPr>
      </p:pic>
      <p:pic>
        <p:nvPicPr>
          <p:cNvPr id="231" name="Graphic 230">
            <a:extLst>
              <a:ext uri="{FF2B5EF4-FFF2-40B4-BE49-F238E27FC236}">
                <a16:creationId xmlns:a16="http://schemas.microsoft.com/office/drawing/2014/main" id="{CD2165B0-3D72-FE93-6F43-1EAF5B1DF8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38726" y="434821"/>
            <a:ext cx="341964" cy="360000"/>
          </a:xfrm>
          <a:prstGeom prst="rect">
            <a:avLst/>
          </a:prstGeom>
        </p:spPr>
      </p:pic>
      <p:pic>
        <p:nvPicPr>
          <p:cNvPr id="233" name="Picture 23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BD78744D-3F76-A0AB-0A61-D017146EA8C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8" y="599823"/>
            <a:ext cx="359722" cy="360000"/>
          </a:xfrm>
          <a:prstGeom prst="rect">
            <a:avLst/>
          </a:prstGeom>
        </p:spPr>
      </p:pic>
      <p:pic>
        <p:nvPicPr>
          <p:cNvPr id="235" name="Picture 234" descr="A red white and blue flag&#10;&#10;AI-generated content may be incorrect.">
            <a:extLst>
              <a:ext uri="{FF2B5EF4-FFF2-40B4-BE49-F238E27FC236}">
                <a16:creationId xmlns:a16="http://schemas.microsoft.com/office/drawing/2014/main" id="{C7FAF79B-878F-B356-E138-74CCAAA3C13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200" y="191323"/>
            <a:ext cx="198598" cy="133976"/>
          </a:xfrm>
          <a:prstGeom prst="rect">
            <a:avLst/>
          </a:prstGeom>
        </p:spPr>
      </p:pic>
      <p:pic>
        <p:nvPicPr>
          <p:cNvPr id="237" name="Picture 236" descr="A purple and yellow logo&#10;&#10;AI-generated content may be incorrect.">
            <a:extLst>
              <a:ext uri="{FF2B5EF4-FFF2-40B4-BE49-F238E27FC236}">
                <a16:creationId xmlns:a16="http://schemas.microsoft.com/office/drawing/2014/main" id="{8BC27490-F92D-6A68-B2C7-187252F87CF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95" y="338152"/>
            <a:ext cx="593536" cy="666000"/>
          </a:xfrm>
          <a:prstGeom prst="rect">
            <a:avLst/>
          </a:prstGeom>
        </p:spPr>
      </p:pic>
      <p:pic>
        <p:nvPicPr>
          <p:cNvPr id="5" name="Picture 4" descr="A flag with a red yellow and green stripe&#10;&#10;AI-generated content may be incorrect.">
            <a:extLst>
              <a:ext uri="{FF2B5EF4-FFF2-40B4-BE49-F238E27FC236}">
                <a16:creationId xmlns:a16="http://schemas.microsoft.com/office/drawing/2014/main" id="{F4772282-2D70-8AB4-3802-C110C15E45B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647" y="188499"/>
            <a:ext cx="200693" cy="136800"/>
          </a:xfrm>
          <a:prstGeom prst="rect">
            <a:avLst/>
          </a:prstGeom>
        </p:spPr>
      </p:pic>
      <p:pic>
        <p:nvPicPr>
          <p:cNvPr id="13" name="Picture 12" descr="A red and white logo with a white u in the middle&#10;&#10;AI-generated content may be incorrect.">
            <a:extLst>
              <a:ext uri="{FF2B5EF4-FFF2-40B4-BE49-F238E27FC236}">
                <a16:creationId xmlns:a16="http://schemas.microsoft.com/office/drawing/2014/main" id="{4BB37A6E-B7BA-B234-FD3B-5A032793BCD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513" y="309037"/>
            <a:ext cx="712800" cy="7128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BFFE143-6C42-614E-9533-6D67742FDF5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118" y="1625855"/>
            <a:ext cx="35982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38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3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FD7C6D-C499-4362-9134-55656B736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Flowchart: Off-page Connector 168">
            <a:extLst>
              <a:ext uri="{FF2B5EF4-FFF2-40B4-BE49-F238E27FC236}">
                <a16:creationId xmlns:a16="http://schemas.microsoft.com/office/drawing/2014/main" id="{8CD795B9-A1D6-1E14-FE0F-B75F5BCDECAA}"/>
              </a:ext>
            </a:extLst>
          </p:cNvPr>
          <p:cNvSpPr/>
          <p:nvPr/>
        </p:nvSpPr>
        <p:spPr>
          <a:xfrm>
            <a:off x="4857584" y="2053621"/>
            <a:ext cx="2038309" cy="2750758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flag with a sun&#10;&#10;AI-generated content may be incorrect.">
            <a:extLst>
              <a:ext uri="{FF2B5EF4-FFF2-40B4-BE49-F238E27FC236}">
                <a16:creationId xmlns:a16="http://schemas.microsoft.com/office/drawing/2014/main" id="{41C457ED-ED7F-A6AF-B6FD-C167A85F3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245" y="2053621"/>
            <a:ext cx="566013" cy="426205"/>
          </a:xfrm>
          <a:prstGeom prst="rect">
            <a:avLst/>
          </a:prstGeom>
        </p:spPr>
      </p:pic>
      <p:pic>
        <p:nvPicPr>
          <p:cNvPr id="2" name="Picture 1" descr="A blue and white logo&#10;&#10;AI-generated content may be incorrect.">
            <a:extLst>
              <a:ext uri="{FF2B5EF4-FFF2-40B4-BE49-F238E27FC236}">
                <a16:creationId xmlns:a16="http://schemas.microsoft.com/office/drawing/2014/main" id="{9E0936B0-6CD0-4662-D318-E2EFD1E74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795" y="156422"/>
            <a:ext cx="1048004" cy="914400"/>
          </a:xfrm>
          <a:prstGeom prst="rect">
            <a:avLst/>
          </a:prstGeom>
        </p:spPr>
      </p:pic>
      <p:sp>
        <p:nvSpPr>
          <p:cNvPr id="291" name="TextBox 290">
            <a:extLst>
              <a:ext uri="{FF2B5EF4-FFF2-40B4-BE49-F238E27FC236}">
                <a16:creationId xmlns:a16="http://schemas.microsoft.com/office/drawing/2014/main" id="{576C8F8C-BD11-1C10-E7D1-AF4DC30AFC01}"/>
              </a:ext>
            </a:extLst>
          </p:cNvPr>
          <p:cNvSpPr txBox="1"/>
          <p:nvPr/>
        </p:nvSpPr>
        <p:spPr>
          <a:xfrm>
            <a:off x="118877" y="5810954"/>
            <a:ext cx="11515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BD0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agara Solid" panose="04020502070702020202" pitchFamily="82" charset="0"/>
                <a:ea typeface="Tahoma" panose="020B0604030504040204" pitchFamily="34" charset="0"/>
                <a:cs typeface="Tahoma" panose="020B0604030504040204" pitchFamily="34" charset="0"/>
              </a:rPr>
              <a:t>REBAIXADOS - PRIMEIRA DIVISÃO</a:t>
            </a:r>
            <a:endParaRPr lang="en-US" sz="6000" dirty="0">
              <a:solidFill>
                <a:srgbClr val="FBD06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iagara Solid" panose="04020502070702020202" pitchFamily="8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 descr="A white shield with black text&#10;&#10;AI-generated content may be incorrect.">
            <a:extLst>
              <a:ext uri="{FF2B5EF4-FFF2-40B4-BE49-F238E27FC236}">
                <a16:creationId xmlns:a16="http://schemas.microsoft.com/office/drawing/2014/main" id="{E5EFE364-1276-6D58-BC89-6ACC2420B8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994" y="2900888"/>
            <a:ext cx="934200" cy="1080000"/>
          </a:xfrm>
          <a:prstGeom prst="rect">
            <a:avLst/>
          </a:prstGeom>
        </p:spPr>
      </p:pic>
      <p:pic>
        <p:nvPicPr>
          <p:cNvPr id="8" name="Picture 7" descr="A logo with a fish and letters&#10;&#10;AI-generated content may be incorrect.">
            <a:extLst>
              <a:ext uri="{FF2B5EF4-FFF2-40B4-BE49-F238E27FC236}">
                <a16:creationId xmlns:a16="http://schemas.microsoft.com/office/drawing/2014/main" id="{E1C27CFA-3D33-F0B1-1142-17DA9EF127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669" y="2851238"/>
            <a:ext cx="104929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9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3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EC86F6-65FF-B4BC-B563-ED449E77E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Flowchart: Off-page Connector 168">
            <a:extLst>
              <a:ext uri="{FF2B5EF4-FFF2-40B4-BE49-F238E27FC236}">
                <a16:creationId xmlns:a16="http://schemas.microsoft.com/office/drawing/2014/main" id="{9B881F09-C2EC-D902-BF64-C574BF75B98D}"/>
              </a:ext>
            </a:extLst>
          </p:cNvPr>
          <p:cNvSpPr/>
          <p:nvPr/>
        </p:nvSpPr>
        <p:spPr>
          <a:xfrm>
            <a:off x="4857584" y="2053621"/>
            <a:ext cx="2038309" cy="2750758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flag with a sun&#10;&#10;AI-generated content may be incorrect.">
            <a:extLst>
              <a:ext uri="{FF2B5EF4-FFF2-40B4-BE49-F238E27FC236}">
                <a16:creationId xmlns:a16="http://schemas.microsoft.com/office/drawing/2014/main" id="{11AC62ED-6381-5AC2-14FC-0D747350F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245" y="2053621"/>
            <a:ext cx="566013" cy="426205"/>
          </a:xfrm>
          <a:prstGeom prst="rect">
            <a:avLst/>
          </a:prstGeom>
        </p:spPr>
      </p:pic>
      <p:pic>
        <p:nvPicPr>
          <p:cNvPr id="2" name="Picture 1" descr="A blue and white logo&#10;&#10;AI-generated content may be incorrect.">
            <a:extLst>
              <a:ext uri="{FF2B5EF4-FFF2-40B4-BE49-F238E27FC236}">
                <a16:creationId xmlns:a16="http://schemas.microsoft.com/office/drawing/2014/main" id="{762C7AFF-51C6-B11B-679F-8CDF87C6D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795" y="156422"/>
            <a:ext cx="1048004" cy="914400"/>
          </a:xfrm>
          <a:prstGeom prst="rect">
            <a:avLst/>
          </a:prstGeom>
        </p:spPr>
      </p:pic>
      <p:sp>
        <p:nvSpPr>
          <p:cNvPr id="291" name="TextBox 290">
            <a:extLst>
              <a:ext uri="{FF2B5EF4-FFF2-40B4-BE49-F238E27FC236}">
                <a16:creationId xmlns:a16="http://schemas.microsoft.com/office/drawing/2014/main" id="{F4ECBCC6-BA36-71DC-E287-AF5EFB5D1D8F}"/>
              </a:ext>
            </a:extLst>
          </p:cNvPr>
          <p:cNvSpPr txBox="1"/>
          <p:nvPr/>
        </p:nvSpPr>
        <p:spPr>
          <a:xfrm>
            <a:off x="118877" y="5810954"/>
            <a:ext cx="11515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BD0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agara Solid" panose="04020502070702020202" pitchFamily="82" charset="0"/>
                <a:ea typeface="Tahoma" panose="020B0604030504040204" pitchFamily="34" charset="0"/>
                <a:cs typeface="Tahoma" panose="020B0604030504040204" pitchFamily="34" charset="0"/>
              </a:rPr>
              <a:t>PROMOVIDOS - SEGUNDA DIVISÃO</a:t>
            </a:r>
            <a:endParaRPr lang="en-US" sz="6000" dirty="0">
              <a:solidFill>
                <a:srgbClr val="FBD06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iagara Solid" panose="04020502070702020202" pitchFamily="8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 descr="A blue shield with white text&#10;&#10;AI-generated content may be incorrect.">
            <a:extLst>
              <a:ext uri="{FF2B5EF4-FFF2-40B4-BE49-F238E27FC236}">
                <a16:creationId xmlns:a16="http://schemas.microsoft.com/office/drawing/2014/main" id="{32BDA37A-116D-8571-1E8D-EBFB05D9F2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173" y="2851950"/>
            <a:ext cx="1006150" cy="1116000"/>
          </a:xfrm>
          <a:prstGeom prst="rect">
            <a:avLst/>
          </a:prstGeom>
        </p:spPr>
      </p:pic>
      <p:pic>
        <p:nvPicPr>
          <p:cNvPr id="7" name="Picture 6" descr="A blue and black striped shield with black text&#10;&#10;AI-generated content may be incorrect.">
            <a:extLst>
              <a:ext uri="{FF2B5EF4-FFF2-40B4-BE49-F238E27FC236}">
                <a16:creationId xmlns:a16="http://schemas.microsoft.com/office/drawing/2014/main" id="{C85B0FEA-AAF0-784C-ED96-48E4C5369A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053" y="2871001"/>
            <a:ext cx="996030" cy="11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0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3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68FF1-6EAA-E6CF-8B13-FEA5D8A45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E7247A13-8745-0CA4-BE88-95EAFD1F4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082" y="24087"/>
            <a:ext cx="2764419" cy="2412000"/>
          </a:xfrm>
          <a:prstGeom prst="rect">
            <a:avLst/>
          </a:prstGeom>
        </p:spPr>
      </p:pic>
      <p:sp>
        <p:nvSpPr>
          <p:cNvPr id="291" name="TextBox 290">
            <a:extLst>
              <a:ext uri="{FF2B5EF4-FFF2-40B4-BE49-F238E27FC236}">
                <a16:creationId xmlns:a16="http://schemas.microsoft.com/office/drawing/2014/main" id="{FF296846-8C04-9DFD-43BB-B7E3FFBA0DED}"/>
              </a:ext>
            </a:extLst>
          </p:cNvPr>
          <p:cNvSpPr txBox="1"/>
          <p:nvPr/>
        </p:nvSpPr>
        <p:spPr>
          <a:xfrm>
            <a:off x="3085181" y="2483056"/>
            <a:ext cx="55905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BD0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agara Solid" panose="04020502070702020202" pitchFamily="82" charset="0"/>
                <a:ea typeface="MS PGothic" panose="020B0600070205080204" pitchFamily="34" charset="-128"/>
                <a:cs typeface="LilyUPC" panose="020B0604020202020204" pitchFamily="34" charset="-34"/>
              </a:rPr>
              <a:t>CAMPEÕES - COPA</a:t>
            </a:r>
            <a:endParaRPr lang="en-US" sz="6000" dirty="0">
              <a:solidFill>
                <a:srgbClr val="FBD06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iagara Solid" panose="04020502070702020202" pitchFamily="82" charset="0"/>
              <a:ea typeface="MS PGothic" panose="020B0600070205080204" pitchFamily="34" charset="-128"/>
              <a:cs typeface="LilyUPC" panose="020B0604020202020204" pitchFamily="34" charset="-34"/>
            </a:endParaRPr>
          </a:p>
        </p:txBody>
      </p:sp>
      <p:sp>
        <p:nvSpPr>
          <p:cNvPr id="154" name="Flowchart: Off-page Connector 153">
            <a:extLst>
              <a:ext uri="{FF2B5EF4-FFF2-40B4-BE49-F238E27FC236}">
                <a16:creationId xmlns:a16="http://schemas.microsoft.com/office/drawing/2014/main" id="{3D787C25-B145-5500-440E-CA7BEEAE4F67}"/>
              </a:ext>
            </a:extLst>
          </p:cNvPr>
          <p:cNvSpPr/>
          <p:nvPr/>
        </p:nvSpPr>
        <p:spPr>
          <a:xfrm>
            <a:off x="2196253" y="1355855"/>
            <a:ext cx="720000" cy="900000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lowchart: Off-page Connector 151">
            <a:extLst>
              <a:ext uri="{FF2B5EF4-FFF2-40B4-BE49-F238E27FC236}">
                <a16:creationId xmlns:a16="http://schemas.microsoft.com/office/drawing/2014/main" id="{5C43CA80-D3F8-FACB-C911-95BB3E63C410}"/>
              </a:ext>
            </a:extLst>
          </p:cNvPr>
          <p:cNvSpPr/>
          <p:nvPr/>
        </p:nvSpPr>
        <p:spPr>
          <a:xfrm>
            <a:off x="221064" y="1355855"/>
            <a:ext cx="720000" cy="900000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ACCE3517-1E42-E4C7-3D6D-C7B22838CA7F}"/>
              </a:ext>
            </a:extLst>
          </p:cNvPr>
          <p:cNvSpPr/>
          <p:nvPr/>
        </p:nvSpPr>
        <p:spPr>
          <a:xfrm>
            <a:off x="221064" y="170822"/>
            <a:ext cx="720000" cy="900000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D06B"/>
              </a:solidFill>
            </a:endParaRPr>
          </a:p>
        </p:txBody>
      </p:sp>
      <p:sp>
        <p:nvSpPr>
          <p:cNvPr id="10" name="Flowchart: Off-page Connector 9">
            <a:extLst>
              <a:ext uri="{FF2B5EF4-FFF2-40B4-BE49-F238E27FC236}">
                <a16:creationId xmlns:a16="http://schemas.microsoft.com/office/drawing/2014/main" id="{2659074A-E2B9-9676-63E3-FA9D0E2E0DD6}"/>
              </a:ext>
            </a:extLst>
          </p:cNvPr>
          <p:cNvSpPr/>
          <p:nvPr/>
        </p:nvSpPr>
        <p:spPr>
          <a:xfrm>
            <a:off x="1209424" y="170822"/>
            <a:ext cx="720000" cy="900000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Off-page Connector 10">
            <a:extLst>
              <a:ext uri="{FF2B5EF4-FFF2-40B4-BE49-F238E27FC236}">
                <a16:creationId xmlns:a16="http://schemas.microsoft.com/office/drawing/2014/main" id="{E6CD18AC-DDFB-3079-EDBA-B869B7A86E05}"/>
              </a:ext>
            </a:extLst>
          </p:cNvPr>
          <p:cNvSpPr/>
          <p:nvPr/>
        </p:nvSpPr>
        <p:spPr>
          <a:xfrm>
            <a:off x="2196253" y="170822"/>
            <a:ext cx="720000" cy="900000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Flowchart: Off-page Connector 152">
            <a:extLst>
              <a:ext uri="{FF2B5EF4-FFF2-40B4-BE49-F238E27FC236}">
                <a16:creationId xmlns:a16="http://schemas.microsoft.com/office/drawing/2014/main" id="{76352A56-2014-9022-0717-EBB058E4E3DF}"/>
              </a:ext>
            </a:extLst>
          </p:cNvPr>
          <p:cNvSpPr/>
          <p:nvPr/>
        </p:nvSpPr>
        <p:spPr>
          <a:xfrm>
            <a:off x="1209424" y="1355855"/>
            <a:ext cx="720000" cy="900000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Off-page Connector 14">
            <a:extLst>
              <a:ext uri="{FF2B5EF4-FFF2-40B4-BE49-F238E27FC236}">
                <a16:creationId xmlns:a16="http://schemas.microsoft.com/office/drawing/2014/main" id="{4F29FC39-C9D3-E468-B065-963BEB0491B2}"/>
              </a:ext>
            </a:extLst>
          </p:cNvPr>
          <p:cNvSpPr/>
          <p:nvPr/>
        </p:nvSpPr>
        <p:spPr>
          <a:xfrm>
            <a:off x="221829" y="2540888"/>
            <a:ext cx="720000" cy="900000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D06B"/>
              </a:solidFill>
            </a:endParaRPr>
          </a:p>
        </p:txBody>
      </p:sp>
      <p:sp>
        <p:nvSpPr>
          <p:cNvPr id="17" name="Flowchart: Off-page Connector 16">
            <a:extLst>
              <a:ext uri="{FF2B5EF4-FFF2-40B4-BE49-F238E27FC236}">
                <a16:creationId xmlns:a16="http://schemas.microsoft.com/office/drawing/2014/main" id="{25EE7524-74C0-5D42-F3C0-F0779EC9A75E}"/>
              </a:ext>
            </a:extLst>
          </p:cNvPr>
          <p:cNvSpPr/>
          <p:nvPr/>
        </p:nvSpPr>
        <p:spPr>
          <a:xfrm>
            <a:off x="1210189" y="2540888"/>
            <a:ext cx="720000" cy="900000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Off-page Connector 18">
            <a:extLst>
              <a:ext uri="{FF2B5EF4-FFF2-40B4-BE49-F238E27FC236}">
                <a16:creationId xmlns:a16="http://schemas.microsoft.com/office/drawing/2014/main" id="{0C176370-07FA-F413-371D-C6F3A595A8E3}"/>
              </a:ext>
            </a:extLst>
          </p:cNvPr>
          <p:cNvSpPr/>
          <p:nvPr/>
        </p:nvSpPr>
        <p:spPr>
          <a:xfrm>
            <a:off x="2197018" y="2540888"/>
            <a:ext cx="720000" cy="900000"/>
          </a:xfrm>
          <a:prstGeom prst="flowChartOffpageConnector">
            <a:avLst/>
          </a:prstGeom>
          <a:solidFill>
            <a:srgbClr val="FBD06B"/>
          </a:solidFill>
          <a:ln>
            <a:solidFill>
              <a:srgbClr val="FBD0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red white and blue flag&#10;&#10;AI-generated content may be incorrect.">
            <a:extLst>
              <a:ext uri="{FF2B5EF4-FFF2-40B4-BE49-F238E27FC236}">
                <a16:creationId xmlns:a16="http://schemas.microsoft.com/office/drawing/2014/main" id="{A0577C02-A17E-848C-2956-1C2B052BA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800" y="1376810"/>
            <a:ext cx="191398" cy="133978"/>
          </a:xfrm>
          <a:prstGeom prst="rect">
            <a:avLst/>
          </a:prstGeom>
        </p:spPr>
      </p:pic>
      <p:pic>
        <p:nvPicPr>
          <p:cNvPr id="5" name="Picture 4" descr="A logo of a sports team&#10;&#10;AI-generated content may be incorrect.">
            <a:extLst>
              <a:ext uri="{FF2B5EF4-FFF2-40B4-BE49-F238E27FC236}">
                <a16:creationId xmlns:a16="http://schemas.microsoft.com/office/drawing/2014/main" id="{AEB53DA2-11DE-0005-591A-53D2A62B0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853" y="1510788"/>
            <a:ext cx="712800" cy="712800"/>
          </a:xfrm>
          <a:prstGeom prst="rect">
            <a:avLst/>
          </a:prstGeom>
        </p:spPr>
      </p:pic>
      <p:pic>
        <p:nvPicPr>
          <p:cNvPr id="2" name="Picture 1" descr="A blue and white flag with a sun&#10;&#10;AI-generated content may be incorrect.">
            <a:extLst>
              <a:ext uri="{FF2B5EF4-FFF2-40B4-BE49-F238E27FC236}">
                <a16:creationId xmlns:a16="http://schemas.microsoft.com/office/drawing/2014/main" id="{C43267B4-EBBE-FC7A-7FAD-6BCFC76AA9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751" y="2569730"/>
            <a:ext cx="191398" cy="133978"/>
          </a:xfrm>
          <a:prstGeom prst="rect">
            <a:avLst/>
          </a:prstGeom>
        </p:spPr>
      </p:pic>
      <p:pic>
        <p:nvPicPr>
          <p:cNvPr id="7" name="Picture 6" descr="A blue and white triangle with black text&#10;&#10;AI-generated content may be incorrect.">
            <a:extLst>
              <a:ext uri="{FF2B5EF4-FFF2-40B4-BE49-F238E27FC236}">
                <a16:creationId xmlns:a16="http://schemas.microsoft.com/office/drawing/2014/main" id="{B63E269F-E356-E28D-15F8-6B271F36A3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719" y="2692278"/>
            <a:ext cx="712800" cy="712800"/>
          </a:xfrm>
          <a:prstGeom prst="rect">
            <a:avLst/>
          </a:prstGeom>
        </p:spPr>
      </p:pic>
      <p:pic>
        <p:nvPicPr>
          <p:cNvPr id="8" name="Picture 7" descr="A flag with a red blue and yellow stripe with white stars&#10;&#10;AI-generated content may be incorrect.">
            <a:extLst>
              <a:ext uri="{FF2B5EF4-FFF2-40B4-BE49-F238E27FC236}">
                <a16:creationId xmlns:a16="http://schemas.microsoft.com/office/drawing/2014/main" id="{797331D3-48DF-6673-2B7E-052561175F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800" y="2569730"/>
            <a:ext cx="191398" cy="133977"/>
          </a:xfrm>
          <a:prstGeom prst="rect">
            <a:avLst/>
          </a:prstGeom>
        </p:spPr>
      </p:pic>
      <p:pic>
        <p:nvPicPr>
          <p:cNvPr id="12" name="Picture 11" descr="A logo of a football team&#10;&#10;AI-generated content may be incorrect.">
            <a:extLst>
              <a:ext uri="{FF2B5EF4-FFF2-40B4-BE49-F238E27FC236}">
                <a16:creationId xmlns:a16="http://schemas.microsoft.com/office/drawing/2014/main" id="{1436A783-A930-F132-B573-7F17C0FBD4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758" y="2701803"/>
            <a:ext cx="712800" cy="712800"/>
          </a:xfrm>
          <a:prstGeom prst="rect">
            <a:avLst/>
          </a:prstGeom>
        </p:spPr>
      </p:pic>
      <p:pic>
        <p:nvPicPr>
          <p:cNvPr id="13" name="Picture 12" descr="A yellow red blue and black flag&#10;&#10;AI-generated content may be incorrect.">
            <a:extLst>
              <a:ext uri="{FF2B5EF4-FFF2-40B4-BE49-F238E27FC236}">
                <a16:creationId xmlns:a16="http://schemas.microsoft.com/office/drawing/2014/main" id="{B29256E9-C857-3045-B846-AB65D9918E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255493" y="1376810"/>
            <a:ext cx="191398" cy="133978"/>
          </a:xfrm>
          <a:prstGeom prst="rect">
            <a:avLst/>
          </a:prstGeom>
        </p:spPr>
      </p:pic>
      <p:pic>
        <p:nvPicPr>
          <p:cNvPr id="16" name="Picture 15" descr="A logo of a horse&#10;&#10;AI-generated content may be incorrect.">
            <a:extLst>
              <a:ext uri="{FF2B5EF4-FFF2-40B4-BE49-F238E27FC236}">
                <a16:creationId xmlns:a16="http://schemas.microsoft.com/office/drawing/2014/main" id="{7EE6F8B9-03A3-FEE8-5923-51FE7EF6B4A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59" y="1526921"/>
            <a:ext cx="712800" cy="712800"/>
          </a:xfrm>
          <a:prstGeom prst="rect">
            <a:avLst/>
          </a:prstGeom>
        </p:spPr>
      </p:pic>
      <p:pic>
        <p:nvPicPr>
          <p:cNvPr id="18" name="Picture 17" descr="A flag with a eagle on it&#10;&#10;AI-generated content may be incorrect.">
            <a:extLst>
              <a:ext uri="{FF2B5EF4-FFF2-40B4-BE49-F238E27FC236}">
                <a16:creationId xmlns:a16="http://schemas.microsoft.com/office/drawing/2014/main" id="{8F10BFD3-DA4F-EC2E-22E8-A2523F5124C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295" y="1372423"/>
            <a:ext cx="191398" cy="133978"/>
          </a:xfrm>
          <a:prstGeom prst="rect">
            <a:avLst/>
          </a:prstGeom>
        </p:spPr>
      </p:pic>
      <p:pic>
        <p:nvPicPr>
          <p:cNvPr id="21" name="Picture 20" descr="A logo with a red blue and gold triangle and a white letter u&#10;&#10;AI-generated content may be incorrect.">
            <a:extLst>
              <a:ext uri="{FF2B5EF4-FFF2-40B4-BE49-F238E27FC236}">
                <a16:creationId xmlns:a16="http://schemas.microsoft.com/office/drawing/2014/main" id="{DCD99F3B-65D2-383E-919C-80945917EEA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929" y="1510788"/>
            <a:ext cx="712800" cy="7128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75C71D0-E1F0-7335-5E1C-0C9D08BECB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4418" y="2569730"/>
            <a:ext cx="192473" cy="133978"/>
          </a:xfrm>
          <a:prstGeom prst="rect">
            <a:avLst/>
          </a:prstGeom>
        </p:spPr>
      </p:pic>
      <p:pic>
        <p:nvPicPr>
          <p:cNvPr id="25" name="Picture 24" descr="A red and white circle with letters in it&#10;&#10;AI-generated content may be incorrect.">
            <a:extLst>
              <a:ext uri="{FF2B5EF4-FFF2-40B4-BE49-F238E27FC236}">
                <a16:creationId xmlns:a16="http://schemas.microsoft.com/office/drawing/2014/main" id="{EE33B3B3-6315-54DD-DC45-C3BCE8BB61B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69" y="2717043"/>
            <a:ext cx="622800" cy="622800"/>
          </a:xfrm>
          <a:prstGeom prst="rect">
            <a:avLst/>
          </a:prstGeom>
        </p:spPr>
      </p:pic>
      <p:pic>
        <p:nvPicPr>
          <p:cNvPr id="26" name="Picture 25" descr="A blue and white flag with a sun&#10;&#10;AI-generated content may be incorrect.">
            <a:extLst>
              <a:ext uri="{FF2B5EF4-FFF2-40B4-BE49-F238E27FC236}">
                <a16:creationId xmlns:a16="http://schemas.microsoft.com/office/drawing/2014/main" id="{03960EC9-6FE1-028F-345D-F94F383351F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93" y="191323"/>
            <a:ext cx="191398" cy="133978"/>
          </a:xfrm>
          <a:prstGeom prst="rect">
            <a:avLst/>
          </a:prstGeom>
        </p:spPr>
      </p:pic>
      <p:pic>
        <p:nvPicPr>
          <p:cNvPr id="27" name="Picture 26" descr="A red white and blue flag&#10;&#10;AI-generated content may be incorrect.">
            <a:extLst>
              <a:ext uri="{FF2B5EF4-FFF2-40B4-BE49-F238E27FC236}">
                <a16:creationId xmlns:a16="http://schemas.microsoft.com/office/drawing/2014/main" id="{4F1525A6-C41E-37A8-5E6A-C77FA9E18E3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200" y="191323"/>
            <a:ext cx="198598" cy="133976"/>
          </a:xfrm>
          <a:prstGeom prst="rect">
            <a:avLst/>
          </a:prstGeom>
        </p:spPr>
      </p:pic>
      <p:pic>
        <p:nvPicPr>
          <p:cNvPr id="30" name="Picture 29" descr="A logo of a shield with a helmet and a shield and a crown&#10;&#10;AI-generated content may be incorrect.">
            <a:extLst>
              <a:ext uri="{FF2B5EF4-FFF2-40B4-BE49-F238E27FC236}">
                <a16:creationId xmlns:a16="http://schemas.microsoft.com/office/drawing/2014/main" id="{847EF9CF-E175-F3BB-209F-05D966961B2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948" y="282938"/>
            <a:ext cx="712800" cy="712800"/>
          </a:xfrm>
          <a:prstGeom prst="rect">
            <a:avLst/>
          </a:prstGeom>
        </p:spPr>
      </p:pic>
      <p:pic>
        <p:nvPicPr>
          <p:cNvPr id="292" name="Graphic 291">
            <a:extLst>
              <a:ext uri="{FF2B5EF4-FFF2-40B4-BE49-F238E27FC236}">
                <a16:creationId xmlns:a16="http://schemas.microsoft.com/office/drawing/2014/main" id="{4F738341-C018-4465-923F-189232EE18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28989" y="345695"/>
            <a:ext cx="707959" cy="712800"/>
          </a:xfrm>
          <a:prstGeom prst="rect">
            <a:avLst/>
          </a:prstGeom>
        </p:spPr>
      </p:pic>
      <p:pic>
        <p:nvPicPr>
          <p:cNvPr id="293" name="Picture 292" descr="A red and white logo with a white u in the middle&#10;&#10;AI-generated content may be incorrect.">
            <a:extLst>
              <a:ext uri="{FF2B5EF4-FFF2-40B4-BE49-F238E27FC236}">
                <a16:creationId xmlns:a16="http://schemas.microsoft.com/office/drawing/2014/main" id="{76D7C0C9-F942-47AD-D8B4-D3C3E18E864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513" y="309037"/>
            <a:ext cx="712800" cy="712800"/>
          </a:xfrm>
          <a:prstGeom prst="rect">
            <a:avLst/>
          </a:prstGeom>
        </p:spPr>
      </p:pic>
      <p:pic>
        <p:nvPicPr>
          <p:cNvPr id="294" name="Picture 293" descr="A flag with a red yellow and green stripe&#10;&#10;AI-generated content may be incorrect.">
            <a:extLst>
              <a:ext uri="{FF2B5EF4-FFF2-40B4-BE49-F238E27FC236}">
                <a16:creationId xmlns:a16="http://schemas.microsoft.com/office/drawing/2014/main" id="{D0DB7D37-34EF-DB07-F35D-82933EDD940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647" y="188499"/>
            <a:ext cx="200693" cy="1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239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33929</TotalTime>
  <Words>15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Niagara Solid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Estima</dc:creator>
  <cp:lastModifiedBy>Rafael Estima</cp:lastModifiedBy>
  <cp:revision>2</cp:revision>
  <dcterms:created xsi:type="dcterms:W3CDTF">2025-12-02T01:33:32Z</dcterms:created>
  <dcterms:modified xsi:type="dcterms:W3CDTF">2026-07-26T06:12:29Z</dcterms:modified>
</cp:coreProperties>
</file>