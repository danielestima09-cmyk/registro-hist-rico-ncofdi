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065"/>
    <a:srgbClr val="66CD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2021E-E01E-4C21-9C9D-9840D9A5D2E2}" v="8" dt="2026-01-14T03:52:18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F587-1175-4DD4-7993-7F8C93D9D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93233-8282-38BE-39ED-0A40AC5ED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BA0A2-E038-624E-DADA-006B4C3A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9ADEE-8CD6-95D8-C1E2-6BEE1F965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EB2C2-E672-6863-C685-230C11B0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9625-5818-7C10-0E27-F5D63518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9D441-C729-50B1-BE41-11AC154A4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ADFD8-C153-0C21-A94A-E7A7EFBDF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F693D-BD93-3C23-8CA1-EDF61B8F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24FF2-B572-BD64-5D85-60ACAE34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80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93211-BCD7-E603-B9C6-B50B8BAB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45607-66DF-889D-0CC0-6C6AC8820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72CC0-5A74-BA27-F0F6-B1F779A5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22904-C38B-70B6-0AA3-D0C8D22B4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28C7E-CE63-9434-B33E-6623CD92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0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1338-1882-1775-4288-D20A6BA9C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87239-098C-78E8-F3C6-A1B62B0EB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7B183-2C8C-BA9B-3156-C78481893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6877E-22D6-486E-C3D2-80ACEAEC0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2FB10-956D-CD9D-927A-DFAB51DA9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610BF-5A13-1B8D-A3E0-E64FE4A11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76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53BB0-757D-0C3F-541D-9D54278DC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D896A-8181-339A-653E-6DC57C33B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EBB4F-1D46-3484-4AC3-51F1D731A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912550-DAA3-E878-09D3-ACC9C708D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78F3EC-9EBB-F09F-F467-2B575761D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D0C87-03F7-0587-885A-B0CE8E38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A67428-BC30-6549-E9C2-B6159C8E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FC08E1-133A-AAFB-B208-5FD943319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45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719A-F64A-E294-5449-9EB7C503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76B80-AE3F-AFE5-898B-60D1FDB42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EB221-DEA6-FB5A-ED7D-6C4389C7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975DC-1C02-3992-D043-8ADC962C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0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1CE8CE-A847-7514-4712-744F2637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B50B30-6B15-7E23-6424-96ABAA20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0AE7D-3BE3-0EFE-230B-64180A5F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6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28435-F0A2-2106-39F7-53B082B95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F14E-644E-6FD9-CB8A-51EF8307B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929E7-833D-6BBB-3E28-923195A94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C9466-74FD-2986-5AD3-C22497A11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E11FE-5C31-BD03-AAB5-8FE5C4E6E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D8D9A-6763-6DDF-0F4F-92AE5C7B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11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7D869-0A40-26B0-AD5B-0EEFBB4A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8AA91E-A761-DA1D-6D99-DD38321445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602EB-1E31-0686-FC92-C9BBC715D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572E1-66A1-1B1C-E5EF-B2B81C68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2EE12-B292-7DF5-C1C8-923E6E01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7183C-60A4-57FC-F5E9-3CA6A6F0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7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EC19-2ED3-AD4A-554B-68C278E4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50FE8-FDFD-64F0-F627-9C09F3CB3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06E1B-C8B0-4C47-15E1-F3D7F1A0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56433-CB85-9E9C-2E61-429F6671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105E2-E1BF-F3E4-A405-9F685B57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4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AD74EF-E6F2-7365-0059-210E58957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F8449-98BB-ACC7-E1BF-9272A97D2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8DB0A-879F-A0BD-E23A-524C52492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E87AD-4282-E953-90EC-3163A42D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3E81F-F66D-F065-7B0C-9A5C097A3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2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14514-956F-8A98-477C-D3D4A7F6D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F8844-3A69-5FFC-CFDB-EBA4B601B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AFF56-F08C-733B-BC39-ABEA5328D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00BA2-7A86-4AEA-B713-86687932221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2CB0F-9768-8A4A-2673-697056399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11C50-B89C-5E9D-B6AA-F7B3E6354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BADCB-4358-4122-994F-BE243137D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6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6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DED57-4B61-B723-FB77-4F51F77D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lowchart: Off-page Connector 168">
            <a:extLst>
              <a:ext uri="{FF2B5EF4-FFF2-40B4-BE49-F238E27FC236}">
                <a16:creationId xmlns:a16="http://schemas.microsoft.com/office/drawing/2014/main" id="{6E1D9E68-C056-8CA3-2CA5-AB944E22DCAB}"/>
              </a:ext>
            </a:extLst>
          </p:cNvPr>
          <p:cNvSpPr/>
          <p:nvPr/>
        </p:nvSpPr>
        <p:spPr>
          <a:xfrm>
            <a:off x="5915066" y="1802192"/>
            <a:ext cx="720000" cy="900000"/>
          </a:xfrm>
          <a:prstGeom prst="flowChartOffpageConnector">
            <a:avLst/>
          </a:prstGeom>
          <a:solidFill>
            <a:srgbClr val="66CD0A"/>
          </a:solidFill>
          <a:ln>
            <a:solidFill>
              <a:srgbClr val="66CD0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lowchart: Off-page Connector 157">
            <a:extLst>
              <a:ext uri="{FF2B5EF4-FFF2-40B4-BE49-F238E27FC236}">
                <a16:creationId xmlns:a16="http://schemas.microsoft.com/office/drawing/2014/main" id="{51743FC8-1EB2-50B4-88E9-5AA96C0CD89C}"/>
              </a:ext>
            </a:extLst>
          </p:cNvPr>
          <p:cNvSpPr/>
          <p:nvPr/>
        </p:nvSpPr>
        <p:spPr>
          <a:xfrm>
            <a:off x="4686643" y="1802192"/>
            <a:ext cx="720000" cy="900000"/>
          </a:xfrm>
          <a:prstGeom prst="flowChartOffpageConnector">
            <a:avLst/>
          </a:prstGeom>
          <a:solidFill>
            <a:srgbClr val="66CD0A"/>
          </a:solidFill>
          <a:ln>
            <a:solidFill>
              <a:srgbClr val="66CD0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656E676D-8A75-6EE0-35DE-C1A497388834}"/>
              </a:ext>
            </a:extLst>
          </p:cNvPr>
          <p:cNvSpPr/>
          <p:nvPr/>
        </p:nvSpPr>
        <p:spPr>
          <a:xfrm>
            <a:off x="3458220" y="1802192"/>
            <a:ext cx="720000" cy="900000"/>
          </a:xfrm>
          <a:prstGeom prst="flowChartOffpageConnector">
            <a:avLst/>
          </a:prstGeom>
          <a:solidFill>
            <a:srgbClr val="66CD0A"/>
          </a:solidFill>
          <a:ln>
            <a:solidFill>
              <a:srgbClr val="66CD0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Flowchart: Off-page Connector 160">
            <a:extLst>
              <a:ext uri="{FF2B5EF4-FFF2-40B4-BE49-F238E27FC236}">
                <a16:creationId xmlns:a16="http://schemas.microsoft.com/office/drawing/2014/main" id="{8EE884C7-CF80-1B1A-E73D-0FEB07BFADE4}"/>
              </a:ext>
            </a:extLst>
          </p:cNvPr>
          <p:cNvSpPr/>
          <p:nvPr/>
        </p:nvSpPr>
        <p:spPr>
          <a:xfrm>
            <a:off x="3966643" y="2979000"/>
            <a:ext cx="720000" cy="900000"/>
          </a:xfrm>
          <a:prstGeom prst="flowChartOffpageConnector">
            <a:avLst/>
          </a:prstGeom>
          <a:solidFill>
            <a:srgbClr val="66CD0A"/>
          </a:solidFill>
          <a:ln>
            <a:solidFill>
              <a:srgbClr val="66CD0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90753D-004C-C4A4-BDC4-783E6B4DC5EE}"/>
              </a:ext>
            </a:extLst>
          </p:cNvPr>
          <p:cNvGrpSpPr/>
          <p:nvPr/>
        </p:nvGrpSpPr>
        <p:grpSpPr>
          <a:xfrm>
            <a:off x="5376000" y="2973593"/>
            <a:ext cx="720000" cy="900000"/>
            <a:chOff x="10084107" y="2540888"/>
            <a:chExt cx="720000" cy="900000"/>
          </a:xfrm>
          <a:solidFill>
            <a:srgbClr val="66CD0A"/>
          </a:solidFill>
        </p:grpSpPr>
        <p:sp>
          <p:nvSpPr>
            <p:cNvPr id="174" name="Flowchart: Off-page Connector 173">
              <a:extLst>
                <a:ext uri="{FF2B5EF4-FFF2-40B4-BE49-F238E27FC236}">
                  <a16:creationId xmlns:a16="http://schemas.microsoft.com/office/drawing/2014/main" id="{D2F2B3D2-A7C4-300F-ECC3-CB1FCE313EA4}"/>
                </a:ext>
              </a:extLst>
            </p:cNvPr>
            <p:cNvSpPr/>
            <p:nvPr/>
          </p:nvSpPr>
          <p:spPr>
            <a:xfrm>
              <a:off x="10084107" y="2540888"/>
              <a:ext cx="720000" cy="900000"/>
            </a:xfrm>
            <a:prstGeom prst="flowChartOffpageConnector">
              <a:avLst/>
            </a:prstGeom>
            <a:grpFill/>
            <a:ln>
              <a:solidFill>
                <a:srgbClr val="66CD0A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6" name="Graphic 265">
              <a:extLst>
                <a:ext uri="{FF2B5EF4-FFF2-40B4-BE49-F238E27FC236}">
                  <a16:creationId xmlns:a16="http://schemas.microsoft.com/office/drawing/2014/main" id="{AECC2645-5D0E-0CE0-59D5-8AC0681FEA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100725" y="2540888"/>
              <a:ext cx="188837" cy="136970"/>
            </a:xfrm>
            <a:prstGeom prst="rect">
              <a:avLst/>
            </a:prstGeom>
          </p:spPr>
        </p:pic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1760ABF7-9488-14EA-7452-19540514AFFC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66CD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gneto" panose="04030805050802020D02" pitchFamily="82" charset="0"/>
                <a:ea typeface="Tahoma" panose="020B0604030504040204" pitchFamily="34" charset="0"/>
                <a:cs typeface="Tahoma" panose="020B0604030504040204" pitchFamily="34" charset="0"/>
              </a:rPr>
              <a:t>CAMPEÕES - LIGA</a:t>
            </a:r>
            <a:endParaRPr lang="en-US" sz="6000" dirty="0">
              <a:solidFill>
                <a:srgbClr val="66CD0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agneto" panose="04030805050802020D02" pitchFamily="8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5FEC3EF-1A0C-36B6-2608-9301A61210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7557" y="156423"/>
            <a:ext cx="1234440" cy="9144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5C0D23-3AD2-752C-2624-411355EADB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838" y="1802192"/>
            <a:ext cx="185265" cy="133977"/>
          </a:xfrm>
          <a:prstGeom prst="rect">
            <a:avLst/>
          </a:prstGeom>
        </p:spPr>
      </p:pic>
      <p:pic>
        <p:nvPicPr>
          <p:cNvPr id="16" name="Picture 15" descr="A logo with text and a rocket in the center&#10;&#10;AI-generated content may be incorrect.">
            <a:extLst>
              <a:ext uri="{FF2B5EF4-FFF2-40B4-BE49-F238E27FC236}">
                <a16:creationId xmlns:a16="http://schemas.microsoft.com/office/drawing/2014/main" id="{700045B8-77D4-086C-AD77-F762F0925B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210" y="1920677"/>
            <a:ext cx="712800" cy="7128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E9D4EA3-0E41-201E-8F5A-73444DE987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4158" y="1802191"/>
            <a:ext cx="185265" cy="133977"/>
          </a:xfrm>
          <a:prstGeom prst="rect">
            <a:avLst/>
          </a:prstGeom>
        </p:spPr>
      </p:pic>
      <p:pic>
        <p:nvPicPr>
          <p:cNvPr id="20" name="Picture 19" descr="A black and gold logo&#10;&#10;AI-generated content may be incorrect.">
            <a:extLst>
              <a:ext uri="{FF2B5EF4-FFF2-40B4-BE49-F238E27FC236}">
                <a16:creationId xmlns:a16="http://schemas.microsoft.com/office/drawing/2014/main" id="{A183C31D-16BF-3128-D8A9-46B2A2E05A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381" y="1920677"/>
            <a:ext cx="712800" cy="7128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CC63971-E4B8-320A-DE2B-40495CD710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2525" y="1802191"/>
            <a:ext cx="185265" cy="133977"/>
          </a:xfrm>
          <a:prstGeom prst="rect">
            <a:avLst/>
          </a:prstGeom>
        </p:spPr>
      </p:pic>
      <p:pic>
        <p:nvPicPr>
          <p:cNvPr id="26" name="Picture 25" descr="A blue and yellow logo with a football ball in the center&#10;&#10;AI-generated content may be incorrect.">
            <a:extLst>
              <a:ext uri="{FF2B5EF4-FFF2-40B4-BE49-F238E27FC236}">
                <a16:creationId xmlns:a16="http://schemas.microsoft.com/office/drawing/2014/main" id="{619833BD-2288-0C4A-D9A3-562D9689DF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207" y="1920677"/>
            <a:ext cx="712800" cy="7128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09CD110-2BC9-1673-1B0B-65192D2F4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86171" y="2973593"/>
            <a:ext cx="188839" cy="1369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0E6942-F99D-9DA5-4021-95757F1460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243" y="3126938"/>
            <a:ext cx="712800" cy="712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3FB0EF7-575F-48C9-4635-9682BE98B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92618" y="2973593"/>
            <a:ext cx="188837" cy="1369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7DD662-05E3-5AE4-56D8-3B4D8097A3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505" y="3148804"/>
            <a:ext cx="622800" cy="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06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06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E9A8D-BB08-652F-EA1A-AC29E743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Flowchart: Off-page Connector 157">
            <a:extLst>
              <a:ext uri="{FF2B5EF4-FFF2-40B4-BE49-F238E27FC236}">
                <a16:creationId xmlns:a16="http://schemas.microsoft.com/office/drawing/2014/main" id="{FBFB7506-C52E-19CB-7887-4BE0C81FE325}"/>
              </a:ext>
            </a:extLst>
          </p:cNvPr>
          <p:cNvSpPr/>
          <p:nvPr/>
        </p:nvSpPr>
        <p:spPr>
          <a:xfrm>
            <a:off x="6350730" y="1802192"/>
            <a:ext cx="2037600" cy="2750400"/>
          </a:xfrm>
          <a:prstGeom prst="flowChartOffpageConnector">
            <a:avLst/>
          </a:prstGeom>
          <a:solidFill>
            <a:srgbClr val="66CD0A"/>
          </a:solidFill>
          <a:ln>
            <a:solidFill>
              <a:srgbClr val="66CD0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DAA64977-ED95-7943-ED40-879731FE3A7F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66CD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gneto" panose="04030805050802020D02" pitchFamily="82" charset="0"/>
                <a:ea typeface="Tahoma" panose="020B0604030504040204" pitchFamily="34" charset="0"/>
                <a:cs typeface="Tahoma" panose="020B0604030504040204" pitchFamily="34" charset="0"/>
              </a:rPr>
              <a:t>CAMPEÕES - COPA</a:t>
            </a:r>
            <a:endParaRPr lang="en-US" sz="6000" dirty="0">
              <a:solidFill>
                <a:srgbClr val="66CD0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agneto" panose="04030805050802020D02" pitchFamily="8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7CAE6C5-9731-B719-B971-3FC46F127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37557" y="156423"/>
            <a:ext cx="1234440" cy="9144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EE83C12-C1B7-493A-E375-3B76032E1190}"/>
              </a:ext>
            </a:extLst>
          </p:cNvPr>
          <p:cNvGrpSpPr/>
          <p:nvPr/>
        </p:nvGrpSpPr>
        <p:grpSpPr>
          <a:xfrm>
            <a:off x="3225342" y="1802192"/>
            <a:ext cx="2037600" cy="2750400"/>
            <a:chOff x="5915066" y="1802191"/>
            <a:chExt cx="720000" cy="900001"/>
          </a:xfrm>
        </p:grpSpPr>
        <p:sp>
          <p:nvSpPr>
            <p:cNvPr id="169" name="Flowchart: Off-page Connector 168">
              <a:extLst>
                <a:ext uri="{FF2B5EF4-FFF2-40B4-BE49-F238E27FC236}">
                  <a16:creationId xmlns:a16="http://schemas.microsoft.com/office/drawing/2014/main" id="{07343E26-D6A5-D057-81A2-DE4A434D74D1}"/>
                </a:ext>
              </a:extLst>
            </p:cNvPr>
            <p:cNvSpPr/>
            <p:nvPr/>
          </p:nvSpPr>
          <p:spPr>
            <a:xfrm>
              <a:off x="5915066" y="1802192"/>
              <a:ext cx="720000" cy="900000"/>
            </a:xfrm>
            <a:prstGeom prst="flowChartOffpageConnector">
              <a:avLst/>
            </a:prstGeom>
            <a:solidFill>
              <a:srgbClr val="66CD0A"/>
            </a:solidFill>
            <a:ln>
              <a:solidFill>
                <a:srgbClr val="66CD0A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E0179E2-7FA3-F169-1026-3CEA304684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34158" y="1802191"/>
              <a:ext cx="185265" cy="133977"/>
            </a:xfrm>
            <a:prstGeom prst="rect">
              <a:avLst/>
            </a:prstGeom>
          </p:spPr>
        </p:pic>
      </p:grpSp>
      <p:pic>
        <p:nvPicPr>
          <p:cNvPr id="21" name="Picture 20" descr="A logo of a football team&#10;&#10;AI-generated content may be incorrect.">
            <a:extLst>
              <a:ext uri="{FF2B5EF4-FFF2-40B4-BE49-F238E27FC236}">
                <a16:creationId xmlns:a16="http://schemas.microsoft.com/office/drawing/2014/main" id="{D911FEE5-CE0D-D7DF-BE8B-650694EAB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347" y="2255567"/>
            <a:ext cx="1916640" cy="19008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8B339C2-5145-1988-E2B6-18D30598EA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9481" y="1802191"/>
            <a:ext cx="524300" cy="409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69E033-57BE-23D0-4104-34B9F85A49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210" y="2255567"/>
            <a:ext cx="1900800" cy="19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58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19316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Magneto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Estima</dc:creator>
  <cp:lastModifiedBy>Rafael Estima</cp:lastModifiedBy>
  <cp:revision>2</cp:revision>
  <dcterms:created xsi:type="dcterms:W3CDTF">2025-12-05T16:21:42Z</dcterms:created>
  <dcterms:modified xsi:type="dcterms:W3CDTF">2026-07-26T06:13:24Z</dcterms:modified>
</cp:coreProperties>
</file>