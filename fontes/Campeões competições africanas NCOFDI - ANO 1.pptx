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00"/>
    <a:srgbClr val="0578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85822-662F-374F-DC59-3DEBA38166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B985D-2F17-2DF3-C749-88CE0616D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B1579-38BD-F57A-F9D8-425AEB3F5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C33365-6073-1288-969C-40D7B62A4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1428A-9F7D-C410-61F6-9383DB889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78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8D76-9897-EFE1-BFEE-5AB11EB69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96128-79E3-BCA5-C52C-C03A32443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DF1E7-BCA6-5F16-251B-34805F9C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9AD6C-52EC-DF5B-5A15-AB98C4EE3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ED48F-FF14-3520-5366-4D53FE41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52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D6D43-DF27-7AF4-F55C-4E6FE182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16100-325D-390A-DCC8-37A7ADD5E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C0F9D-873D-F460-3A26-528246A17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609FD-83A6-7D2F-8D89-2C91D475F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EE20F-E0C7-8155-CB89-903EC60B5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63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E84A-B654-259A-FC52-7D8E37CFF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A8CCD-8166-988A-953F-0269934FCE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FFADE6-37EA-66C7-B9BF-70FDDC448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0A48F-7196-F690-5C47-8AF18002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A8BAE-9B53-97A2-D764-20BC1D224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B16ED-C5F2-EDAC-5E86-91C2A54C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2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0BE7E-D901-8AC0-D3DB-A74465E0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422A3-FB46-0B53-01D9-114804A80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EF36CF-CF3A-314D-5934-0990C6B07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CC044F-CEC0-DE0A-0802-8F2765EF4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5D2036-B29F-9EA5-D761-243C752730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6756A-8ADA-3A68-026E-5F35A79B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0CE888-40D9-5F43-FEE1-E86A6994F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3E859-F4C0-B135-EFB8-AC109FE4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1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A8F15-E9A3-45C4-0272-7645C6C6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F77024-CDF5-F955-A9BC-24307896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4AB08-C7E6-4425-63B9-7395C5B1B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47B8F-E245-C35A-69B1-DCCB7AD47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44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D2ED2-10DB-4BFC-98B8-77FB80973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8B340A-8958-5D75-4C76-9E91A80D4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54EEC-6C90-37A0-4A70-95E6DC02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68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24466-02CF-69CB-583D-DC66F5F5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DABAA-A59A-3136-A791-9913F7A5D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84496-57A6-2A59-DAF6-ACC9B610A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7A94B2-3BDF-B4EB-B952-E702FE0B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DB75D5-15C9-F66E-79F0-DC65820E3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0EC58-0476-B8E0-A8D6-96107D92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24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2EF60-3701-F450-B318-5A7D50A58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0C6C7C-0DBB-DDE7-D9A7-9CDB37D071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63359D-80F4-98F8-CCF8-39F4FA224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BADDB-6A3B-404F-C45D-FA400E98C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D3213-BBE5-FEE3-9710-0C7C1AD31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C549A-5AA6-95C2-AF42-0D136AB7B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632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CD762-7498-1D86-5D54-D2ACC834D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E03A3A-48A5-FFDC-C516-A77127A18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245F-A796-0C60-A771-7E980CEB1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88065-CBB9-9CA8-B7C4-572DE7684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045F6-72C2-26F4-EA8B-3C762AB0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39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5BAF3C-8203-928D-4D8D-5A39BE93A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20AE9-E2BB-E5D4-D913-445E4436A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2B341-A12F-1D9D-B114-1E139123D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BE168-7EBA-E78D-54EB-348B08B9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7D60D-8D5B-D622-7C20-3271D12D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2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B0FEB5-BC04-77CD-E141-276854158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0A113-4B56-BD49-A25D-4B3D40AFD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ED84E-0185-7DF1-35CA-1CDF4E42C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20561-A38C-4F00-93E6-B7F18C10524A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8CFE3-E797-C2C5-2673-236D221BD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B174D-AD09-E2C5-E943-A46FBE0B1A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FAD291-EA7B-4225-AAB3-7F7D5170C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9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16.svg"/><Relationship Id="rId18" Type="http://schemas.openxmlformats.org/officeDocument/2006/relationships/image" Target="../media/image3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29.png"/><Relationship Id="rId17" Type="http://schemas.openxmlformats.org/officeDocument/2006/relationships/image" Target="../media/image20.png"/><Relationship Id="rId2" Type="http://schemas.openxmlformats.org/officeDocument/2006/relationships/image" Target="../media/image1.png"/><Relationship Id="rId16" Type="http://schemas.openxmlformats.org/officeDocument/2006/relationships/image" Target="../media/image3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5" Type="http://schemas.openxmlformats.org/officeDocument/2006/relationships/image" Target="../media/image18.svg"/><Relationship Id="rId10" Type="http://schemas.openxmlformats.org/officeDocument/2006/relationships/image" Target="../media/image28.png"/><Relationship Id="rId19" Type="http://schemas.openxmlformats.org/officeDocument/2006/relationships/image" Target="../media/image22.png"/><Relationship Id="rId4" Type="http://schemas.openxmlformats.org/officeDocument/2006/relationships/image" Target="../media/image26.png"/><Relationship Id="rId9" Type="http://schemas.openxmlformats.org/officeDocument/2006/relationships/image" Target="../media/image10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7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of a football ball&#10;&#10;AI-generated content may be incorrect.">
            <a:extLst>
              <a:ext uri="{FF2B5EF4-FFF2-40B4-BE49-F238E27FC236}">
                <a16:creationId xmlns:a16="http://schemas.microsoft.com/office/drawing/2014/main" id="{FA31EA50-ACCD-048D-7C0A-B4F7B3CF9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587" y="170822"/>
            <a:ext cx="4255783" cy="3548658"/>
          </a:xfrm>
          <a:prstGeom prst="rect">
            <a:avLst/>
          </a:prstGeom>
        </p:spPr>
      </p:pic>
      <p:sp>
        <p:nvSpPr>
          <p:cNvPr id="156" name="Flowchart: Off-page Connector 155">
            <a:extLst>
              <a:ext uri="{FF2B5EF4-FFF2-40B4-BE49-F238E27FC236}">
                <a16:creationId xmlns:a16="http://schemas.microsoft.com/office/drawing/2014/main" id="{B4189927-CF2A-1D86-7ECA-AE40A43E7600}"/>
              </a:ext>
            </a:extLst>
          </p:cNvPr>
          <p:cNvSpPr/>
          <p:nvPr/>
        </p:nvSpPr>
        <p:spPr>
          <a:xfrm>
            <a:off x="2196675" y="2536594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lowchart: Off-page Connector 154">
            <a:extLst>
              <a:ext uri="{FF2B5EF4-FFF2-40B4-BE49-F238E27FC236}">
                <a16:creationId xmlns:a16="http://schemas.microsoft.com/office/drawing/2014/main" id="{62792D34-4916-EE73-F52E-5E4CD6BD0220}"/>
              </a:ext>
            </a:extLst>
          </p:cNvPr>
          <p:cNvSpPr/>
          <p:nvPr/>
        </p:nvSpPr>
        <p:spPr>
          <a:xfrm>
            <a:off x="1213024" y="2539049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Off-page Connector 153">
            <a:extLst>
              <a:ext uri="{FF2B5EF4-FFF2-40B4-BE49-F238E27FC236}">
                <a16:creationId xmlns:a16="http://schemas.microsoft.com/office/drawing/2014/main" id="{79F732DF-6277-C402-1478-5C9061C652C3}"/>
              </a:ext>
            </a:extLst>
          </p:cNvPr>
          <p:cNvSpPr/>
          <p:nvPr/>
        </p:nvSpPr>
        <p:spPr>
          <a:xfrm>
            <a:off x="229373" y="2539049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Off-page Connector 151">
            <a:extLst>
              <a:ext uri="{FF2B5EF4-FFF2-40B4-BE49-F238E27FC236}">
                <a16:creationId xmlns:a16="http://schemas.microsoft.com/office/drawing/2014/main" id="{FB52932D-94A2-5E63-DFB6-62106C793298}"/>
              </a:ext>
            </a:extLst>
          </p:cNvPr>
          <p:cNvSpPr/>
          <p:nvPr/>
        </p:nvSpPr>
        <p:spPr>
          <a:xfrm>
            <a:off x="1206415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E998EDEC-BC02-7494-CB5B-1EE941A983B3}"/>
              </a:ext>
            </a:extLst>
          </p:cNvPr>
          <p:cNvSpPr txBox="1"/>
          <p:nvPr/>
        </p:nvSpPr>
        <p:spPr>
          <a:xfrm>
            <a:off x="3085181" y="3719480"/>
            <a:ext cx="73186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ED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LIGA</a:t>
            </a:r>
            <a:endParaRPr lang="en-US" sz="6000" dirty="0">
              <a:solidFill>
                <a:srgbClr val="FFED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294DFE0F-6272-E7D2-6310-4480658EC3CF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A946BF9A-BD5A-11AE-0BAB-14E33CEB88A6}"/>
              </a:ext>
            </a:extLst>
          </p:cNvPr>
          <p:cNvSpPr/>
          <p:nvPr/>
        </p:nvSpPr>
        <p:spPr>
          <a:xfrm>
            <a:off x="2197018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lowchart: Off-page Connector 12">
            <a:extLst>
              <a:ext uri="{FF2B5EF4-FFF2-40B4-BE49-F238E27FC236}">
                <a16:creationId xmlns:a16="http://schemas.microsoft.com/office/drawing/2014/main" id="{E6008D63-9966-AC10-88DF-E6AACA0BBA82}"/>
              </a:ext>
            </a:extLst>
          </p:cNvPr>
          <p:cNvSpPr/>
          <p:nvPr/>
        </p:nvSpPr>
        <p:spPr>
          <a:xfrm>
            <a:off x="229373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Flowchart: Off-page Connector 152">
            <a:extLst>
              <a:ext uri="{FF2B5EF4-FFF2-40B4-BE49-F238E27FC236}">
                <a16:creationId xmlns:a16="http://schemas.microsoft.com/office/drawing/2014/main" id="{80F1EB19-3240-C949-DC12-F34B8107439D}"/>
              </a:ext>
            </a:extLst>
          </p:cNvPr>
          <p:cNvSpPr/>
          <p:nvPr/>
        </p:nvSpPr>
        <p:spPr>
          <a:xfrm>
            <a:off x="2198327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3FBF83CD-923F-4B79-87C0-B67EFB8BF6B5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owchart: Off-page Connector 8">
            <a:extLst>
              <a:ext uri="{FF2B5EF4-FFF2-40B4-BE49-F238E27FC236}">
                <a16:creationId xmlns:a16="http://schemas.microsoft.com/office/drawing/2014/main" id="{67E03B23-081F-F4AD-A59F-AD493DA79240}"/>
              </a:ext>
            </a:extLst>
          </p:cNvPr>
          <p:cNvSpPr/>
          <p:nvPr/>
        </p:nvSpPr>
        <p:spPr>
          <a:xfrm>
            <a:off x="1209081" y="3719480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Off-page Connector 13">
            <a:extLst>
              <a:ext uri="{FF2B5EF4-FFF2-40B4-BE49-F238E27FC236}">
                <a16:creationId xmlns:a16="http://schemas.microsoft.com/office/drawing/2014/main" id="{53DB08E4-4879-F145-2B26-EB049B3192CF}"/>
              </a:ext>
            </a:extLst>
          </p:cNvPr>
          <p:cNvSpPr/>
          <p:nvPr/>
        </p:nvSpPr>
        <p:spPr>
          <a:xfrm>
            <a:off x="2196675" y="3719480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lowchart: Off-page Connector 16">
            <a:extLst>
              <a:ext uri="{FF2B5EF4-FFF2-40B4-BE49-F238E27FC236}">
                <a16:creationId xmlns:a16="http://schemas.microsoft.com/office/drawing/2014/main" id="{ECF3C2CE-37F3-BC44-DF15-966106BE759B}"/>
              </a:ext>
            </a:extLst>
          </p:cNvPr>
          <p:cNvSpPr/>
          <p:nvPr/>
        </p:nvSpPr>
        <p:spPr>
          <a:xfrm>
            <a:off x="220721" y="3719480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flag of the south africa&#10;&#10;AI-generated content may be incorrect.">
            <a:extLst>
              <a:ext uri="{FF2B5EF4-FFF2-40B4-BE49-F238E27FC236}">
                <a16:creationId xmlns:a16="http://schemas.microsoft.com/office/drawing/2014/main" id="{12D55E73-C859-6DF7-1D48-E60C816237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73" y="170113"/>
            <a:ext cx="187117" cy="138497"/>
          </a:xfrm>
          <a:prstGeom prst="rect">
            <a:avLst/>
          </a:prstGeom>
        </p:spPr>
      </p:pic>
      <p:pic>
        <p:nvPicPr>
          <p:cNvPr id="224" name="Picture 223" descr="A yellow and green logo with a hand pointing up&#10;&#10;AI-generated content may be incorrect.">
            <a:extLst>
              <a:ext uri="{FF2B5EF4-FFF2-40B4-BE49-F238E27FC236}">
                <a16:creationId xmlns:a16="http://schemas.microsoft.com/office/drawing/2014/main" id="{C0BB719A-6765-E2AA-F30C-789FA5094C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0" y="289065"/>
            <a:ext cx="712800" cy="599952"/>
          </a:xfrm>
          <a:prstGeom prst="rect">
            <a:avLst/>
          </a:prstGeom>
        </p:spPr>
      </p:pic>
      <p:pic>
        <p:nvPicPr>
          <p:cNvPr id="226" name="Graphic 225">
            <a:extLst>
              <a:ext uri="{FF2B5EF4-FFF2-40B4-BE49-F238E27FC236}">
                <a16:creationId xmlns:a16="http://schemas.microsoft.com/office/drawing/2014/main" id="{BFE79A40-4C68-5671-E286-1E43D0714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6834" y="170113"/>
            <a:ext cx="187117" cy="138497"/>
          </a:xfrm>
          <a:prstGeom prst="rect">
            <a:avLst/>
          </a:prstGeom>
        </p:spPr>
      </p:pic>
      <p:pic>
        <p:nvPicPr>
          <p:cNvPr id="229" name="Picture 228" descr="A blue yellow and red logo&#10;&#10;AI-generated content may be incorrect.">
            <a:extLst>
              <a:ext uri="{FF2B5EF4-FFF2-40B4-BE49-F238E27FC236}">
                <a16:creationId xmlns:a16="http://schemas.microsoft.com/office/drawing/2014/main" id="{13778DC3-6D81-F97F-FC2D-A3A4AC75F7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49" y="289065"/>
            <a:ext cx="712800" cy="712800"/>
          </a:xfrm>
          <a:prstGeom prst="rect">
            <a:avLst/>
          </a:prstGeom>
        </p:spPr>
      </p:pic>
      <p:pic>
        <p:nvPicPr>
          <p:cNvPr id="242" name="Graphic 241">
            <a:extLst>
              <a:ext uri="{FF2B5EF4-FFF2-40B4-BE49-F238E27FC236}">
                <a16:creationId xmlns:a16="http://schemas.microsoft.com/office/drawing/2014/main" id="{7F9C9F75-0C0D-62E8-ABFF-95AA14A15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5399" y="170114"/>
            <a:ext cx="186075" cy="138496"/>
          </a:xfrm>
          <a:prstGeom prst="rect">
            <a:avLst/>
          </a:prstGeom>
        </p:spPr>
      </p:pic>
      <p:pic>
        <p:nvPicPr>
          <p:cNvPr id="244" name="Picture 243" descr="A red and white logo with a star&#10;&#10;AI-generated content may be incorrect.">
            <a:extLst>
              <a:ext uri="{FF2B5EF4-FFF2-40B4-BE49-F238E27FC236}">
                <a16:creationId xmlns:a16="http://schemas.microsoft.com/office/drawing/2014/main" id="{A359FDE1-4789-FECB-EDE0-09063BD0DE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640" y="289065"/>
            <a:ext cx="475200" cy="712800"/>
          </a:xfrm>
          <a:prstGeom prst="rect">
            <a:avLst/>
          </a:prstGeom>
        </p:spPr>
      </p:pic>
      <p:pic>
        <p:nvPicPr>
          <p:cNvPr id="246" name="Graphic 245">
            <a:extLst>
              <a:ext uri="{FF2B5EF4-FFF2-40B4-BE49-F238E27FC236}">
                <a16:creationId xmlns:a16="http://schemas.microsoft.com/office/drawing/2014/main" id="{36DEE37A-40FA-2A4A-65EF-712CFBD4A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9405" y="1351253"/>
            <a:ext cx="182166" cy="140400"/>
          </a:xfrm>
          <a:prstGeom prst="rect">
            <a:avLst/>
          </a:prstGeom>
        </p:spPr>
      </p:pic>
      <p:pic>
        <p:nvPicPr>
          <p:cNvPr id="248" name="Picture 247" descr="A yellow and blue logo&#10;&#10;AI-generated content may be incorrect.">
            <a:extLst>
              <a:ext uri="{FF2B5EF4-FFF2-40B4-BE49-F238E27FC236}">
                <a16:creationId xmlns:a16="http://schemas.microsoft.com/office/drawing/2014/main" id="{803EC69C-989A-ABB6-2484-304503ADD5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602" y="1519638"/>
            <a:ext cx="736622" cy="622800"/>
          </a:xfrm>
          <a:prstGeom prst="rect">
            <a:avLst/>
          </a:prstGeom>
        </p:spPr>
      </p:pic>
      <p:pic>
        <p:nvPicPr>
          <p:cNvPr id="250" name="Picture 249" descr="A red white and black flag&#10;&#10;AI-generated content may be incorrect.">
            <a:extLst>
              <a:ext uri="{FF2B5EF4-FFF2-40B4-BE49-F238E27FC236}">
                <a16:creationId xmlns:a16="http://schemas.microsoft.com/office/drawing/2014/main" id="{139B9F6E-9154-D011-9ADE-41A751C9752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351" y="1351253"/>
            <a:ext cx="183600" cy="140400"/>
          </a:xfrm>
          <a:prstGeom prst="rect">
            <a:avLst/>
          </a:prstGeom>
        </p:spPr>
      </p:pic>
      <p:pic>
        <p:nvPicPr>
          <p:cNvPr id="253" name="Picture 252" descr="A logo of a sports team&#10;&#10;AI-generated content may be incorrect.">
            <a:extLst>
              <a:ext uri="{FF2B5EF4-FFF2-40B4-BE49-F238E27FC236}">
                <a16:creationId xmlns:a16="http://schemas.microsoft.com/office/drawing/2014/main" id="{D7EF4C87-5528-156A-F53A-DED1ABC2D48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63" y="1532096"/>
            <a:ext cx="676957" cy="622800"/>
          </a:xfrm>
          <a:prstGeom prst="rect">
            <a:avLst/>
          </a:prstGeom>
        </p:spPr>
      </p:pic>
      <p:pic>
        <p:nvPicPr>
          <p:cNvPr id="255" name="Graphic 254">
            <a:extLst>
              <a:ext uri="{FF2B5EF4-FFF2-40B4-BE49-F238E27FC236}">
                <a16:creationId xmlns:a16="http://schemas.microsoft.com/office/drawing/2014/main" id="{0B09567C-0938-21E7-3304-E009723449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11545" y="1351253"/>
            <a:ext cx="182166" cy="140400"/>
          </a:xfrm>
          <a:prstGeom prst="rect">
            <a:avLst/>
          </a:prstGeom>
        </p:spPr>
      </p:pic>
      <p:pic>
        <p:nvPicPr>
          <p:cNvPr id="289" name="Picture 288" descr="A logo of a football team&#10;&#10;AI-generated content may be incorrect.">
            <a:extLst>
              <a:ext uri="{FF2B5EF4-FFF2-40B4-BE49-F238E27FC236}">
                <a16:creationId xmlns:a16="http://schemas.microsoft.com/office/drawing/2014/main" id="{03C501E7-EBC8-065F-FD38-696EF72628A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381" y="1442096"/>
            <a:ext cx="570240" cy="712800"/>
          </a:xfrm>
          <a:prstGeom prst="rect">
            <a:avLst/>
          </a:prstGeom>
        </p:spPr>
      </p:pic>
      <p:pic>
        <p:nvPicPr>
          <p:cNvPr id="290" name="Picture 289" descr="A red yellow and green striped flag&#10;&#10;AI-generated content may be incorrect.">
            <a:extLst>
              <a:ext uri="{FF2B5EF4-FFF2-40B4-BE49-F238E27FC236}">
                <a16:creationId xmlns:a16="http://schemas.microsoft.com/office/drawing/2014/main" id="{ADCB9E7C-A2BB-1E14-4B64-F676BE00838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5" y="2539854"/>
            <a:ext cx="179976" cy="138496"/>
          </a:xfrm>
          <a:prstGeom prst="rect">
            <a:avLst/>
          </a:prstGeom>
        </p:spPr>
      </p:pic>
      <p:pic>
        <p:nvPicPr>
          <p:cNvPr id="293" name="Picture 292" descr="A yellow and green logo&#10;&#10;AI-generated content may be incorrect.">
            <a:extLst>
              <a:ext uri="{FF2B5EF4-FFF2-40B4-BE49-F238E27FC236}">
                <a16:creationId xmlns:a16="http://schemas.microsoft.com/office/drawing/2014/main" id="{D857A291-804D-8EB7-D423-5166ACAB621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78" y="2664569"/>
            <a:ext cx="712800" cy="7128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A0FFDC0-EC0B-F3C7-251F-F4FBF4A1B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28763" y="2539854"/>
            <a:ext cx="175193" cy="138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2EDEA5-DD6A-5BC0-5A0E-9476A5882B2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529" y="2668379"/>
            <a:ext cx="712800" cy="712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852014D-26A9-36BC-3DB1-6364B4709D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206841" y="2538902"/>
            <a:ext cx="183674" cy="140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7A2231-47D0-4DFF-C289-07D5AFE86A8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840" y="2649244"/>
            <a:ext cx="712800" cy="7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868361D-C211-1920-6119-06FAC7C37F5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5" y="3719310"/>
            <a:ext cx="175187" cy="13849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5D42C21-1B6E-D9AF-1207-15D8A33D919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26" y="3901285"/>
            <a:ext cx="712800" cy="54648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3CF02C92-1FD4-4DFC-1197-902A85ACB36D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63" y="3719310"/>
            <a:ext cx="175188" cy="1384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A431896-5B01-C655-1861-79E0DA1B9FF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641" y="3874623"/>
            <a:ext cx="508956" cy="712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F33F771-94A7-FF33-3D31-E23DFD92073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6419" y="3719310"/>
            <a:ext cx="175187" cy="138496"/>
          </a:xfrm>
          <a:prstGeom prst="rect">
            <a:avLst/>
          </a:prstGeom>
        </p:spPr>
      </p:pic>
      <p:pic>
        <p:nvPicPr>
          <p:cNvPr id="227" name="Picture 226">
            <a:extLst>
              <a:ext uri="{FF2B5EF4-FFF2-40B4-BE49-F238E27FC236}">
                <a16:creationId xmlns:a16="http://schemas.microsoft.com/office/drawing/2014/main" id="{D1E3CD2C-237C-4155-13BA-05D77526514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5218" y="3823670"/>
            <a:ext cx="6840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38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78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862594-E898-8210-B0D2-B5F9762B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A logo of a football ball&#10;&#10;AI-generated content may be incorrect.">
            <a:extLst>
              <a:ext uri="{FF2B5EF4-FFF2-40B4-BE49-F238E27FC236}">
                <a16:creationId xmlns:a16="http://schemas.microsoft.com/office/drawing/2014/main" id="{4B09EB25-0CF5-CA98-5FA1-ED1590177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8587" y="170822"/>
            <a:ext cx="4255783" cy="3548658"/>
          </a:xfrm>
          <a:prstGeom prst="rect">
            <a:avLst/>
          </a:prstGeom>
        </p:spPr>
      </p:pic>
      <p:sp>
        <p:nvSpPr>
          <p:cNvPr id="156" name="Flowchart: Off-page Connector 155">
            <a:extLst>
              <a:ext uri="{FF2B5EF4-FFF2-40B4-BE49-F238E27FC236}">
                <a16:creationId xmlns:a16="http://schemas.microsoft.com/office/drawing/2014/main" id="{D8C4BC5A-D550-D8C1-E747-B1DAFA8183C8}"/>
              </a:ext>
            </a:extLst>
          </p:cNvPr>
          <p:cNvSpPr/>
          <p:nvPr/>
        </p:nvSpPr>
        <p:spPr>
          <a:xfrm>
            <a:off x="2196675" y="2536594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Flowchart: Off-page Connector 154">
            <a:extLst>
              <a:ext uri="{FF2B5EF4-FFF2-40B4-BE49-F238E27FC236}">
                <a16:creationId xmlns:a16="http://schemas.microsoft.com/office/drawing/2014/main" id="{6432CF6A-F36F-8922-ADAD-A201AD8CE237}"/>
              </a:ext>
            </a:extLst>
          </p:cNvPr>
          <p:cNvSpPr/>
          <p:nvPr/>
        </p:nvSpPr>
        <p:spPr>
          <a:xfrm>
            <a:off x="1213024" y="2539049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Flowchart: Off-page Connector 153">
            <a:extLst>
              <a:ext uri="{FF2B5EF4-FFF2-40B4-BE49-F238E27FC236}">
                <a16:creationId xmlns:a16="http://schemas.microsoft.com/office/drawing/2014/main" id="{7B948489-DA5E-EBA8-4F87-8AEB96E92634}"/>
              </a:ext>
            </a:extLst>
          </p:cNvPr>
          <p:cNvSpPr/>
          <p:nvPr/>
        </p:nvSpPr>
        <p:spPr>
          <a:xfrm>
            <a:off x="229373" y="2539049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Flowchart: Off-page Connector 151">
            <a:extLst>
              <a:ext uri="{FF2B5EF4-FFF2-40B4-BE49-F238E27FC236}">
                <a16:creationId xmlns:a16="http://schemas.microsoft.com/office/drawing/2014/main" id="{7573223B-1D98-D171-F7DD-9AA794525874}"/>
              </a:ext>
            </a:extLst>
          </p:cNvPr>
          <p:cNvSpPr/>
          <p:nvPr/>
        </p:nvSpPr>
        <p:spPr>
          <a:xfrm>
            <a:off x="1206415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TextBox 290">
            <a:extLst>
              <a:ext uri="{FF2B5EF4-FFF2-40B4-BE49-F238E27FC236}">
                <a16:creationId xmlns:a16="http://schemas.microsoft.com/office/drawing/2014/main" id="{96E1BB27-2400-4B20-8963-9B65843C97DC}"/>
              </a:ext>
            </a:extLst>
          </p:cNvPr>
          <p:cNvSpPr txBox="1"/>
          <p:nvPr/>
        </p:nvSpPr>
        <p:spPr>
          <a:xfrm>
            <a:off x="3085181" y="3719480"/>
            <a:ext cx="75542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>
                <a:solidFill>
                  <a:srgbClr val="FFED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oper Black" panose="0208090404030B020404" pitchFamily="18" charset="0"/>
                <a:ea typeface="MS PGothic" panose="020B0600070205080204" pitchFamily="34" charset="-128"/>
                <a:cs typeface="LilyUPC" panose="020B0604020202020204" pitchFamily="34" charset="-34"/>
              </a:rPr>
              <a:t>CAMPEÕES - COPA</a:t>
            </a:r>
            <a:endParaRPr lang="en-US" sz="6000" dirty="0">
              <a:solidFill>
                <a:srgbClr val="FFED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oper Black" panose="0208090404030B020404" pitchFamily="18" charset="0"/>
              <a:ea typeface="MS PGothic" panose="020B0600070205080204" pitchFamily="34" charset="-128"/>
              <a:cs typeface="LilyUPC" panose="020B0604020202020204" pitchFamily="34" charset="-34"/>
            </a:endParaRPr>
          </a:p>
        </p:txBody>
      </p:sp>
      <p:sp>
        <p:nvSpPr>
          <p:cNvPr id="10" name="Flowchart: Off-page Connector 9">
            <a:extLst>
              <a:ext uri="{FF2B5EF4-FFF2-40B4-BE49-F238E27FC236}">
                <a16:creationId xmlns:a16="http://schemas.microsoft.com/office/drawing/2014/main" id="{8D50CBAE-152A-12E6-5992-E5DC3DBF6F37}"/>
              </a:ext>
            </a:extLst>
          </p:cNvPr>
          <p:cNvSpPr/>
          <p:nvPr/>
        </p:nvSpPr>
        <p:spPr>
          <a:xfrm>
            <a:off x="1209424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Off-page Connector 11">
            <a:extLst>
              <a:ext uri="{FF2B5EF4-FFF2-40B4-BE49-F238E27FC236}">
                <a16:creationId xmlns:a16="http://schemas.microsoft.com/office/drawing/2014/main" id="{B31D94C2-D6AB-7C6C-7524-434BC449983C}"/>
              </a:ext>
            </a:extLst>
          </p:cNvPr>
          <p:cNvSpPr/>
          <p:nvPr/>
        </p:nvSpPr>
        <p:spPr>
          <a:xfrm>
            <a:off x="2197018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lowchart: Off-page Connector 12">
            <a:extLst>
              <a:ext uri="{FF2B5EF4-FFF2-40B4-BE49-F238E27FC236}">
                <a16:creationId xmlns:a16="http://schemas.microsoft.com/office/drawing/2014/main" id="{B691CDBF-8274-D274-A2FD-69F16AB5FCA3}"/>
              </a:ext>
            </a:extLst>
          </p:cNvPr>
          <p:cNvSpPr/>
          <p:nvPr/>
        </p:nvSpPr>
        <p:spPr>
          <a:xfrm>
            <a:off x="229373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3" name="Flowchart: Off-page Connector 152">
            <a:extLst>
              <a:ext uri="{FF2B5EF4-FFF2-40B4-BE49-F238E27FC236}">
                <a16:creationId xmlns:a16="http://schemas.microsoft.com/office/drawing/2014/main" id="{E220AF8E-EAB1-49D5-8389-38B15C413AFC}"/>
              </a:ext>
            </a:extLst>
          </p:cNvPr>
          <p:cNvSpPr/>
          <p:nvPr/>
        </p:nvSpPr>
        <p:spPr>
          <a:xfrm>
            <a:off x="2198327" y="1353708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904B4D07-76FB-319D-1005-BA5B6E091CAF}"/>
              </a:ext>
            </a:extLst>
          </p:cNvPr>
          <p:cNvSpPr/>
          <p:nvPr/>
        </p:nvSpPr>
        <p:spPr>
          <a:xfrm>
            <a:off x="221064" y="170822"/>
            <a:ext cx="720000" cy="900000"/>
          </a:xfrm>
          <a:prstGeom prst="flowChartOffpageConnector">
            <a:avLst/>
          </a:prstGeom>
          <a:solidFill>
            <a:srgbClr val="FFED00"/>
          </a:solidFill>
          <a:ln>
            <a:solidFill>
              <a:srgbClr val="FFED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 descr="A flag of the south africa&#10;&#10;AI-generated content may be incorrect.">
            <a:extLst>
              <a:ext uri="{FF2B5EF4-FFF2-40B4-BE49-F238E27FC236}">
                <a16:creationId xmlns:a16="http://schemas.microsoft.com/office/drawing/2014/main" id="{B6D3E111-255D-DAA5-D221-37CA98D81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73" y="170113"/>
            <a:ext cx="187117" cy="138497"/>
          </a:xfrm>
          <a:prstGeom prst="rect">
            <a:avLst/>
          </a:prstGeom>
        </p:spPr>
      </p:pic>
      <p:pic>
        <p:nvPicPr>
          <p:cNvPr id="6" name="Picture 5" descr="A yellow circle with black text and football balls&#10;&#10;AI-generated content may be incorrect.">
            <a:extLst>
              <a:ext uri="{FF2B5EF4-FFF2-40B4-BE49-F238E27FC236}">
                <a16:creationId xmlns:a16="http://schemas.microsoft.com/office/drawing/2014/main" id="{D5439F6F-5172-40CC-FD04-2BB6A09774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21" y="308610"/>
            <a:ext cx="712800" cy="7128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6F12F82B-54D1-0CD9-F8E8-557AB5028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6834" y="170113"/>
            <a:ext cx="187117" cy="138497"/>
          </a:xfrm>
          <a:prstGeom prst="rect">
            <a:avLst/>
          </a:prstGeom>
        </p:spPr>
      </p:pic>
      <p:pic>
        <p:nvPicPr>
          <p:cNvPr id="11" name="Picture 10" descr="A blue yellow and red logo&#10;&#10;AI-generated content may be incorrect.">
            <a:extLst>
              <a:ext uri="{FF2B5EF4-FFF2-40B4-BE49-F238E27FC236}">
                <a16:creationId xmlns:a16="http://schemas.microsoft.com/office/drawing/2014/main" id="{128E66E5-1E1F-F8D0-CB04-8B7845D6547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649" y="289065"/>
            <a:ext cx="712800" cy="7128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5B57961-2CD9-B775-27FF-3B21AF21B0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05399" y="170114"/>
            <a:ext cx="186075" cy="138496"/>
          </a:xfrm>
          <a:prstGeom prst="rect">
            <a:avLst/>
          </a:prstGeom>
        </p:spPr>
      </p:pic>
      <p:pic>
        <p:nvPicPr>
          <p:cNvPr id="18" name="Picture 17" descr="A shield with a crescent moon and a star&#10;&#10;AI-generated content may be incorrect.">
            <a:extLst>
              <a:ext uri="{FF2B5EF4-FFF2-40B4-BE49-F238E27FC236}">
                <a16:creationId xmlns:a16="http://schemas.microsoft.com/office/drawing/2014/main" id="{F429C9E0-52B1-1827-E76C-E874517D27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730" y="258750"/>
            <a:ext cx="466079" cy="712800"/>
          </a:xfrm>
          <a:prstGeom prst="rect">
            <a:avLst/>
          </a:prstGeom>
        </p:spPr>
      </p:pic>
      <p:pic>
        <p:nvPicPr>
          <p:cNvPr id="20" name="Picture 19" descr="A red white and black flag&#10;&#10;AI-generated content may be incorrect.">
            <a:extLst>
              <a:ext uri="{FF2B5EF4-FFF2-40B4-BE49-F238E27FC236}">
                <a16:creationId xmlns:a16="http://schemas.microsoft.com/office/drawing/2014/main" id="{171F0D70-D4D2-212F-FAA1-5E31CD5BBD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88" y="1351253"/>
            <a:ext cx="183600" cy="140400"/>
          </a:xfrm>
          <a:prstGeom prst="rect">
            <a:avLst/>
          </a:prstGeom>
        </p:spPr>
      </p:pic>
      <p:pic>
        <p:nvPicPr>
          <p:cNvPr id="23" name="Picture 22" descr="A blue circle with a red and green torch and flowers&#10;&#10;AI-generated content may be incorrect.">
            <a:extLst>
              <a:ext uri="{FF2B5EF4-FFF2-40B4-BE49-F238E27FC236}">
                <a16:creationId xmlns:a16="http://schemas.microsoft.com/office/drawing/2014/main" id="{B9CA78E7-8C08-1D48-D71C-1C95DD764B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68" y="1482128"/>
            <a:ext cx="712800" cy="7128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D61105F5-552F-746D-9999-6F713CD2DF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1785" y="1351253"/>
            <a:ext cx="182166" cy="140400"/>
          </a:xfrm>
          <a:prstGeom prst="rect">
            <a:avLst/>
          </a:prstGeom>
        </p:spPr>
      </p:pic>
      <p:pic>
        <p:nvPicPr>
          <p:cNvPr id="27" name="Picture 26" descr="A logo of a football team&#10;&#10;AI-generated content may be incorrect.">
            <a:extLst>
              <a:ext uri="{FF2B5EF4-FFF2-40B4-BE49-F238E27FC236}">
                <a16:creationId xmlns:a16="http://schemas.microsoft.com/office/drawing/2014/main" id="{17028A74-7F96-9EEB-12C7-3BF06123152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224" y="1482128"/>
            <a:ext cx="712800" cy="7128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0E236441-759C-7A29-77AA-F585727F2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11545" y="1353157"/>
            <a:ext cx="175193" cy="138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950FB6-430F-1D34-4DA1-71EA8BB0FB5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593" y="1491653"/>
            <a:ext cx="572321" cy="7128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0EBA911-0D08-8CAE-F06C-102C8205D1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0308" y="2538902"/>
            <a:ext cx="183600" cy="140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37D856-2B28-00FF-68D6-DAA3F92EBEB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43" y="2717996"/>
            <a:ext cx="712800" cy="50038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479A0B-3189-3F4F-90F9-583A424AAD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764" y="2539854"/>
            <a:ext cx="175187" cy="1384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977E053-13DC-BF5A-3D10-DAB86318B1A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249" y="2665014"/>
            <a:ext cx="684000" cy="684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008CE8A-92FD-087C-4398-FAB158C2D96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550" y="2539854"/>
            <a:ext cx="175188" cy="1384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C719163-F790-4329-25E0-D6FAAB10BEA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369" y="2665014"/>
            <a:ext cx="712800" cy="7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7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13187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Cooper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Estima</dc:creator>
  <cp:lastModifiedBy>Rafael Estima</cp:lastModifiedBy>
  <cp:revision>2</cp:revision>
  <dcterms:created xsi:type="dcterms:W3CDTF">2025-12-29T20:31:09Z</dcterms:created>
  <dcterms:modified xsi:type="dcterms:W3CDTF">2026-07-26T06:11:58Z</dcterms:modified>
</cp:coreProperties>
</file>