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B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342B4-AC26-A573-6C06-B27AB403DD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2130ED-4E0F-09B1-570A-22E2AF643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E9CF9-07C8-3D3F-155C-B001AEB55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D9AFE-0F5F-4410-A2BB-504A67E88BA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824CB-E618-AFA0-611E-D2C4E66BE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B377A-E2E9-8277-9EED-BA8C35A54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660E9-42EA-47F3-ACEB-52BF96DD4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552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AF39D-F05D-9082-7663-528FDB293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12C23-C1F8-0196-6B9B-B420269E6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1FB49-60BC-881E-3067-9BB0B1F78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D9AFE-0F5F-4410-A2BB-504A67E88BA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91B5E-7CE7-BF41-B2E5-1C3DA42DB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AA9F4-6CF0-681A-9114-87A4C31EF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660E9-42EA-47F3-ACEB-52BF96DD4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573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432EA-D118-CA75-7908-F32B832AD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CF88DE-9727-8611-E802-6A25CE919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D1EC5-4E1B-E85B-6406-2CF577EA6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D9AFE-0F5F-4410-A2BB-504A67E88BA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7FC52-56E7-D99A-EB03-FD1EE2D05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71E81-4716-0294-9057-D4FBCA30C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660E9-42EA-47F3-ACEB-52BF96DD4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56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28D3B-36D6-06B4-0121-E489F7E15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62C3D-F30D-BB8B-6DBD-70DC666E8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78FFD4-6A43-E974-1C93-2003F3596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358477-5FDC-C27C-F95B-01DF8AF76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D9AFE-0F5F-4410-A2BB-504A67E88BA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403BA-E55F-D96A-9BE4-756A5C0C9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651F1-435B-D1CA-825D-FE5A8674A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660E9-42EA-47F3-ACEB-52BF96DD4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83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33D55-44CB-69FB-0BE3-015F137ED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1ACA8-A43A-DB27-FA7D-23FF44124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A62F93-C30D-1DD6-5CC1-4C38CB124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4C100-89A2-F577-2139-92D309FE57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80C309-B1F9-700C-34FB-8092AA4F9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B96CEA-0599-CBC5-5B34-4B57056C5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D9AFE-0F5F-4410-A2BB-504A67E88BA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ED91FB-3F04-DD0F-AB4D-5BD6109F6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6EFD85-B796-FA75-0369-2ECAEB9E0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660E9-42EA-47F3-ACEB-52BF96DD4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934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35052-7545-0FC5-F1DD-8BB3AAB96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026E4B-E6E5-4E37-0F5C-30298AAE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D9AFE-0F5F-4410-A2BB-504A67E88BA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DE6D65-ACFB-F579-1BF1-6A2D905B5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E937D0-C58E-8C3F-F013-F1D6C6F58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660E9-42EA-47F3-ACEB-52BF96DD4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089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C03E9E-F37E-49BC-9875-70BB924E5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D9AFE-0F5F-4410-A2BB-504A67E88BA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D04A6F-4792-3C2A-A64C-161448E92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0870F-A89E-6AC1-505E-3CF95957B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660E9-42EA-47F3-ACEB-52BF96DD4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105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14280-BD75-D2B8-E4C4-C37547354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854EE-3968-60CD-8E35-B3E9A94D0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A5C4B2-9955-F3FD-384B-D4D3460E7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13598-41DF-BAEF-1937-745580C2C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D9AFE-0F5F-4410-A2BB-504A67E88BA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BAFDE8-6545-F69F-DA66-4A51AC03A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D8CC7D-53CD-B253-F4C1-A61277DD2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660E9-42EA-47F3-ACEB-52BF96DD4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995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80D30-3B36-F7EC-DC59-DA95B4A0A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C588D0-3203-BB96-3A9B-E32BE202C8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75E48C-5F6F-3C03-BB15-B9F62493E8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658B2E-D73F-0350-35E5-5737630BE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D9AFE-0F5F-4410-A2BB-504A67E88BA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DA9A7-EA6A-22AD-EF29-E61A4C381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4E95CC-EE37-A5A0-A584-B3B3B376B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660E9-42EA-47F3-ACEB-52BF96DD4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4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050E9-DC48-440A-4CFB-ACB35D96D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4BF4BD-7D76-EEEF-94A8-FCAE2BBFD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5BB9F-7C64-56D8-449D-DC8778383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D9AFE-0F5F-4410-A2BB-504A67E88BA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11111-6814-53D9-8AFC-9949E5EE0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3E938-136E-8AC4-968F-A678A671A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660E9-42EA-47F3-ACEB-52BF96DD4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680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8406F6-9D01-66BB-CB51-835B3D5545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5EDD66-94F3-AAA4-F308-2415D0CC36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56A16-5519-5EBF-4EB8-AE24C6D46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D9AFE-0F5F-4410-A2BB-504A67E88BA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5C07C-C4EA-0A33-EE68-7B0738057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347A1-1B31-1AA0-BB62-302433A13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660E9-42EA-47F3-ACEB-52BF96DD4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829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A038C6-2C6F-446A-88CB-66452CCC3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E8A18-50A8-CB1B-3A71-ED7E67F40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00420-F97F-4CD3-7C3B-79092C81B8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CD9AFE-0F5F-4410-A2BB-504A67E88BAA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9DC9B-572C-9141-9648-AA57718C51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9230-0FF8-47C0-C00F-D07E8627F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B660E9-42EA-47F3-ACEB-52BF96DD4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98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6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5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28.png"/><Relationship Id="rId18" Type="http://schemas.openxmlformats.org/officeDocument/2006/relationships/image" Target="../media/image32.png"/><Relationship Id="rId3" Type="http://schemas.openxmlformats.org/officeDocument/2006/relationships/image" Target="../media/image5.png"/><Relationship Id="rId7" Type="http://schemas.openxmlformats.org/officeDocument/2006/relationships/image" Target="../media/image24.png"/><Relationship Id="rId12" Type="http://schemas.openxmlformats.org/officeDocument/2006/relationships/image" Target="../media/image27.png"/><Relationship Id="rId17" Type="http://schemas.openxmlformats.org/officeDocument/2006/relationships/image" Target="../media/image31.png"/><Relationship Id="rId2" Type="http://schemas.openxmlformats.org/officeDocument/2006/relationships/image" Target="../media/image1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26.svg"/><Relationship Id="rId5" Type="http://schemas.openxmlformats.org/officeDocument/2006/relationships/image" Target="../media/image23.png"/><Relationship Id="rId15" Type="http://schemas.openxmlformats.org/officeDocument/2006/relationships/image" Target="../media/image29.png"/><Relationship Id="rId10" Type="http://schemas.openxmlformats.org/officeDocument/2006/relationships/image" Target="../media/image25.png"/><Relationship Id="rId19" Type="http://schemas.openxmlformats.org/officeDocument/2006/relationships/image" Target="../media/image33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B7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BDED57-4B61-B723-FB77-4F51F77D7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Box 290">
            <a:extLst>
              <a:ext uri="{FF2B5EF4-FFF2-40B4-BE49-F238E27FC236}">
                <a16:creationId xmlns:a16="http://schemas.microsoft.com/office/drawing/2014/main" id="{1760ABF7-9488-14EA-7452-19540514AFFC}"/>
              </a:ext>
            </a:extLst>
          </p:cNvPr>
          <p:cNvSpPr txBox="1"/>
          <p:nvPr/>
        </p:nvSpPr>
        <p:spPr>
          <a:xfrm>
            <a:off x="118877" y="5810954"/>
            <a:ext cx="115157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C8FE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CAMPEÕES - BRASIL</a:t>
            </a:r>
            <a:endParaRPr lang="en-US" sz="6000" dirty="0">
              <a:solidFill>
                <a:srgbClr val="C8FE0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w Cen MT" panose="020B06020201040206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Picture 1" descr="A blue and green shield with white text and stars&#10;&#10;AI-generated content may be incorrect.">
            <a:extLst>
              <a:ext uri="{FF2B5EF4-FFF2-40B4-BE49-F238E27FC236}">
                <a16:creationId xmlns:a16="http://schemas.microsoft.com/office/drawing/2014/main" id="{87B00E93-F258-6BCA-599F-A81D94AE0C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3285" y="109983"/>
            <a:ext cx="914400" cy="1234800"/>
          </a:xfrm>
          <a:prstGeom prst="rect">
            <a:avLst/>
          </a:prstGeom>
        </p:spPr>
      </p:pic>
      <p:sp>
        <p:nvSpPr>
          <p:cNvPr id="7" name="Flowchart: Off-page Connector 6">
            <a:extLst>
              <a:ext uri="{FF2B5EF4-FFF2-40B4-BE49-F238E27FC236}">
                <a16:creationId xmlns:a16="http://schemas.microsoft.com/office/drawing/2014/main" id="{880B2CDB-054E-C9A9-7906-C3B1DD2EA1DD}"/>
              </a:ext>
            </a:extLst>
          </p:cNvPr>
          <p:cNvSpPr/>
          <p:nvPr/>
        </p:nvSpPr>
        <p:spPr>
          <a:xfrm>
            <a:off x="7008373" y="1332717"/>
            <a:ext cx="1440000" cy="1800000"/>
          </a:xfrm>
          <a:prstGeom prst="flowChartOffpageConnector">
            <a:avLst/>
          </a:prstGeom>
          <a:solidFill>
            <a:srgbClr val="C8FE08"/>
          </a:solidFill>
          <a:ln>
            <a:solidFill>
              <a:srgbClr val="C8FE0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Off-page Connector 8">
            <a:extLst>
              <a:ext uri="{FF2B5EF4-FFF2-40B4-BE49-F238E27FC236}">
                <a16:creationId xmlns:a16="http://schemas.microsoft.com/office/drawing/2014/main" id="{FD09D655-98DD-99FD-57DF-F0E9FC234206}"/>
              </a:ext>
            </a:extLst>
          </p:cNvPr>
          <p:cNvSpPr/>
          <p:nvPr/>
        </p:nvSpPr>
        <p:spPr>
          <a:xfrm>
            <a:off x="2124009" y="1332717"/>
            <a:ext cx="1440000" cy="1800000"/>
          </a:xfrm>
          <a:prstGeom prst="flowChartOffpageConnector">
            <a:avLst/>
          </a:prstGeom>
          <a:solidFill>
            <a:srgbClr val="C8FE08"/>
          </a:solidFill>
          <a:ln>
            <a:solidFill>
              <a:srgbClr val="C8FE0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lowchart: Off-page Connector 20">
            <a:extLst>
              <a:ext uri="{FF2B5EF4-FFF2-40B4-BE49-F238E27FC236}">
                <a16:creationId xmlns:a16="http://schemas.microsoft.com/office/drawing/2014/main" id="{F1CCB3C9-FAEB-69CA-E903-C7F458134362}"/>
              </a:ext>
            </a:extLst>
          </p:cNvPr>
          <p:cNvSpPr/>
          <p:nvPr/>
        </p:nvSpPr>
        <p:spPr>
          <a:xfrm>
            <a:off x="2124009" y="3439385"/>
            <a:ext cx="1440000" cy="1800000"/>
          </a:xfrm>
          <a:prstGeom prst="flowChartOffpageConnector">
            <a:avLst/>
          </a:prstGeom>
          <a:solidFill>
            <a:srgbClr val="C8FE08"/>
          </a:solidFill>
          <a:ln>
            <a:solidFill>
              <a:srgbClr val="C8FE0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lowchart: Off-page Connector 22">
            <a:extLst>
              <a:ext uri="{FF2B5EF4-FFF2-40B4-BE49-F238E27FC236}">
                <a16:creationId xmlns:a16="http://schemas.microsoft.com/office/drawing/2014/main" id="{F3483D79-6F72-9BA1-9E4C-63FAC56CE844}"/>
              </a:ext>
            </a:extLst>
          </p:cNvPr>
          <p:cNvSpPr/>
          <p:nvPr/>
        </p:nvSpPr>
        <p:spPr>
          <a:xfrm>
            <a:off x="7030433" y="3429000"/>
            <a:ext cx="1440000" cy="1800000"/>
          </a:xfrm>
          <a:prstGeom prst="flowChartOffpageConnector">
            <a:avLst/>
          </a:prstGeom>
          <a:solidFill>
            <a:srgbClr val="C8FE08"/>
          </a:solidFill>
          <a:ln>
            <a:solidFill>
              <a:srgbClr val="C8FE0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lowchart: Off-page Connector 24">
            <a:extLst>
              <a:ext uri="{FF2B5EF4-FFF2-40B4-BE49-F238E27FC236}">
                <a16:creationId xmlns:a16="http://schemas.microsoft.com/office/drawing/2014/main" id="{31C90FA9-DAD8-9468-EA31-817B73A11382}"/>
              </a:ext>
            </a:extLst>
          </p:cNvPr>
          <p:cNvSpPr/>
          <p:nvPr/>
        </p:nvSpPr>
        <p:spPr>
          <a:xfrm>
            <a:off x="4577221" y="3439385"/>
            <a:ext cx="1440000" cy="1800000"/>
          </a:xfrm>
          <a:prstGeom prst="flowChartOffpageConnector">
            <a:avLst/>
          </a:prstGeom>
          <a:solidFill>
            <a:srgbClr val="C8FE08"/>
          </a:solidFill>
          <a:ln>
            <a:solidFill>
              <a:srgbClr val="C8FE0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lowchart: Off-page Connector 26">
            <a:extLst>
              <a:ext uri="{FF2B5EF4-FFF2-40B4-BE49-F238E27FC236}">
                <a16:creationId xmlns:a16="http://schemas.microsoft.com/office/drawing/2014/main" id="{0E938C50-8AD6-F7A4-DDF3-70862FB30DC0}"/>
              </a:ext>
            </a:extLst>
          </p:cNvPr>
          <p:cNvSpPr/>
          <p:nvPr/>
        </p:nvSpPr>
        <p:spPr>
          <a:xfrm>
            <a:off x="4566191" y="1332717"/>
            <a:ext cx="1440000" cy="1800000"/>
          </a:xfrm>
          <a:prstGeom prst="flowChartOffpageConnector">
            <a:avLst/>
          </a:prstGeom>
          <a:solidFill>
            <a:srgbClr val="C8FE08"/>
          </a:solidFill>
          <a:ln>
            <a:solidFill>
              <a:srgbClr val="C8FE0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FC3CBF-0842-201F-35B9-2E8AA92DC7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0433" y="3429000"/>
            <a:ext cx="430264" cy="37111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DBD940A-BB04-C20F-E20B-8C0ABBF9A3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7344" y="1344783"/>
            <a:ext cx="430264" cy="33171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59FFE50-9C2C-48AB-B57F-E4E5AC068D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7002" y="3821811"/>
            <a:ext cx="1260000" cy="1260000"/>
          </a:xfrm>
          <a:prstGeom prst="rect">
            <a:avLst/>
          </a:prstGeom>
        </p:spPr>
      </p:pic>
      <p:pic>
        <p:nvPicPr>
          <p:cNvPr id="257" name="Picture 256">
            <a:extLst>
              <a:ext uri="{FF2B5EF4-FFF2-40B4-BE49-F238E27FC236}">
                <a16:creationId xmlns:a16="http://schemas.microsoft.com/office/drawing/2014/main" id="{A9079D3C-D8D0-6846-41B0-08BC080C76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46"/>
          <a:stretch>
            <a:fillRect/>
          </a:stretch>
        </p:blipFill>
        <p:spPr>
          <a:xfrm>
            <a:off x="4519130" y="1329054"/>
            <a:ext cx="530860" cy="344908"/>
          </a:xfrm>
          <a:prstGeom prst="rect">
            <a:avLst/>
          </a:prstGeom>
        </p:spPr>
      </p:pic>
      <p:pic>
        <p:nvPicPr>
          <p:cNvPr id="263" name="Picture 262">
            <a:extLst>
              <a:ext uri="{FF2B5EF4-FFF2-40B4-BE49-F238E27FC236}">
                <a16:creationId xmlns:a16="http://schemas.microsoft.com/office/drawing/2014/main" id="{56FCA73D-175C-E198-7208-8B36BA4AAC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694"/>
          <a:stretch>
            <a:fillRect/>
          </a:stretch>
        </p:blipFill>
        <p:spPr>
          <a:xfrm>
            <a:off x="6993337" y="1346052"/>
            <a:ext cx="467360" cy="329179"/>
          </a:xfrm>
          <a:prstGeom prst="rect">
            <a:avLst/>
          </a:prstGeom>
        </p:spPr>
      </p:pic>
      <p:pic>
        <p:nvPicPr>
          <p:cNvPr id="269" name="Picture 268">
            <a:extLst>
              <a:ext uri="{FF2B5EF4-FFF2-40B4-BE49-F238E27FC236}">
                <a16:creationId xmlns:a16="http://schemas.microsoft.com/office/drawing/2014/main" id="{8B056F5A-B48E-733A-05A5-91AF72344A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216" y="3454471"/>
            <a:ext cx="355292" cy="320175"/>
          </a:xfrm>
          <a:prstGeom prst="rect">
            <a:avLst/>
          </a:prstGeom>
        </p:spPr>
      </p:pic>
      <p:pic>
        <p:nvPicPr>
          <p:cNvPr id="274" name="Picture 273">
            <a:extLst>
              <a:ext uri="{FF2B5EF4-FFF2-40B4-BE49-F238E27FC236}">
                <a16:creationId xmlns:a16="http://schemas.microsoft.com/office/drawing/2014/main" id="{0E234BC5-4A1E-03C6-2F63-68E3A153F47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96"/>
          <a:stretch>
            <a:fillRect/>
          </a:stretch>
        </p:blipFill>
        <p:spPr>
          <a:xfrm>
            <a:off x="2100248" y="3439385"/>
            <a:ext cx="467360" cy="327600"/>
          </a:xfrm>
          <a:prstGeom prst="rect">
            <a:avLst/>
          </a:prstGeom>
        </p:spPr>
      </p:pic>
      <p:pic>
        <p:nvPicPr>
          <p:cNvPr id="10" name="Picture 41">
            <a:extLst>
              <a:ext uri="{FF2B5EF4-FFF2-40B4-BE49-F238E27FC236}">
                <a16:creationId xmlns:a16="http://schemas.microsoft.com/office/drawing/2014/main" id="{571D0A30-C5D2-1104-9AB6-AC4F21C981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674" y="1688568"/>
            <a:ext cx="995400" cy="1260000"/>
          </a:xfrm>
          <a:prstGeom prst="rect">
            <a:avLst/>
          </a:prstGeom>
        </p:spPr>
      </p:pic>
      <p:pic>
        <p:nvPicPr>
          <p:cNvPr id="12" name="Picture 15">
            <a:extLst>
              <a:ext uri="{FF2B5EF4-FFF2-40B4-BE49-F238E27FC236}">
                <a16:creationId xmlns:a16="http://schemas.microsoft.com/office/drawing/2014/main" id="{F40E69DD-AE57-0FA2-AD5F-C0A19296903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72"/>
          <a:stretch>
            <a:fillRect/>
          </a:stretch>
        </p:blipFill>
        <p:spPr>
          <a:xfrm>
            <a:off x="4654900" y="1663161"/>
            <a:ext cx="1259094" cy="1260000"/>
          </a:xfrm>
          <a:prstGeom prst="rect">
            <a:avLst/>
          </a:prstGeom>
        </p:spPr>
      </p:pic>
      <p:pic>
        <p:nvPicPr>
          <p:cNvPr id="14" name="Picture 296">
            <a:extLst>
              <a:ext uri="{FF2B5EF4-FFF2-40B4-BE49-F238E27FC236}">
                <a16:creationId xmlns:a16="http://schemas.microsoft.com/office/drawing/2014/main" id="{52A8D5A3-F3A4-30D3-DB37-836E2318622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180" y="1728167"/>
            <a:ext cx="1129275" cy="1260000"/>
          </a:xfrm>
          <a:prstGeom prst="rect">
            <a:avLst/>
          </a:prstGeom>
        </p:spPr>
      </p:pic>
      <p:pic>
        <p:nvPicPr>
          <p:cNvPr id="16" name="Picture 62" descr="A logo of a company&#10;&#10;AI-generated content may be incorrect.">
            <a:extLst>
              <a:ext uri="{FF2B5EF4-FFF2-40B4-BE49-F238E27FC236}">
                <a16:creationId xmlns:a16="http://schemas.microsoft.com/office/drawing/2014/main" id="{C2035465-8B4F-37E0-191B-8D452429182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484" y="3776510"/>
            <a:ext cx="1260000" cy="1260000"/>
          </a:xfrm>
          <a:prstGeom prst="rect">
            <a:avLst/>
          </a:prstGeom>
        </p:spPr>
      </p:pic>
      <p:pic>
        <p:nvPicPr>
          <p:cNvPr id="18" name="Picture 41">
            <a:extLst>
              <a:ext uri="{FF2B5EF4-FFF2-40B4-BE49-F238E27FC236}">
                <a16:creationId xmlns:a16="http://schemas.microsoft.com/office/drawing/2014/main" id="{67861DC6-019A-BFAC-4BAB-E734A9DE270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521" y="3766985"/>
            <a:ext cx="995400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906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B7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0751F4-35BF-32C7-4ECC-9CB54D8A9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Box 290">
            <a:extLst>
              <a:ext uri="{FF2B5EF4-FFF2-40B4-BE49-F238E27FC236}">
                <a16:creationId xmlns:a16="http://schemas.microsoft.com/office/drawing/2014/main" id="{3EAF8C70-5C92-7B5C-AEFE-D79FB96AD8CF}"/>
              </a:ext>
            </a:extLst>
          </p:cNvPr>
          <p:cNvSpPr txBox="1"/>
          <p:nvPr/>
        </p:nvSpPr>
        <p:spPr>
          <a:xfrm>
            <a:off x="118877" y="5810954"/>
            <a:ext cx="115157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C8FE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REBAIXADOS - BRASIL</a:t>
            </a:r>
            <a:endParaRPr lang="en-US" sz="6000" dirty="0">
              <a:solidFill>
                <a:srgbClr val="C8FE0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w Cen MT" panose="020B06020201040206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Picture 1" descr="A blue and green shield with white text and stars&#10;&#10;AI-generated content may be incorrect.">
            <a:extLst>
              <a:ext uri="{FF2B5EF4-FFF2-40B4-BE49-F238E27FC236}">
                <a16:creationId xmlns:a16="http://schemas.microsoft.com/office/drawing/2014/main" id="{7697C24A-EEA3-0B83-DA8E-DBFE25603A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3285" y="109983"/>
            <a:ext cx="914400" cy="1234800"/>
          </a:xfrm>
          <a:prstGeom prst="rect">
            <a:avLst/>
          </a:prstGeom>
        </p:spPr>
      </p:pic>
      <p:sp>
        <p:nvSpPr>
          <p:cNvPr id="9" name="Flowchart: Off-page Connector 8">
            <a:extLst>
              <a:ext uri="{FF2B5EF4-FFF2-40B4-BE49-F238E27FC236}">
                <a16:creationId xmlns:a16="http://schemas.microsoft.com/office/drawing/2014/main" id="{800B7B15-4277-2D19-F452-0C8011114CE7}"/>
              </a:ext>
            </a:extLst>
          </p:cNvPr>
          <p:cNvSpPr/>
          <p:nvPr/>
        </p:nvSpPr>
        <p:spPr>
          <a:xfrm>
            <a:off x="2124007" y="2232717"/>
            <a:ext cx="1440000" cy="1800000"/>
          </a:xfrm>
          <a:prstGeom prst="flowChartOffpageConnector">
            <a:avLst/>
          </a:prstGeom>
          <a:solidFill>
            <a:srgbClr val="C8FE08"/>
          </a:solidFill>
          <a:ln>
            <a:solidFill>
              <a:srgbClr val="C8FE0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3BDE011-0119-3E16-87B1-D8AAD1C123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7342" y="2244783"/>
            <a:ext cx="430264" cy="331719"/>
          </a:xfrm>
          <a:prstGeom prst="rect">
            <a:avLst/>
          </a:prstGeom>
        </p:spPr>
      </p:pic>
      <p:sp>
        <p:nvSpPr>
          <p:cNvPr id="17" name="Flowchart: Off-page Connector 16">
            <a:extLst>
              <a:ext uri="{FF2B5EF4-FFF2-40B4-BE49-F238E27FC236}">
                <a16:creationId xmlns:a16="http://schemas.microsoft.com/office/drawing/2014/main" id="{FC43D926-B7C4-F183-018A-29ECB31D73EA}"/>
              </a:ext>
            </a:extLst>
          </p:cNvPr>
          <p:cNvSpPr/>
          <p:nvPr/>
        </p:nvSpPr>
        <p:spPr>
          <a:xfrm>
            <a:off x="7187993" y="2232717"/>
            <a:ext cx="1440000" cy="1800000"/>
          </a:xfrm>
          <a:prstGeom prst="flowChartOffpageConnector">
            <a:avLst/>
          </a:prstGeom>
          <a:solidFill>
            <a:srgbClr val="C8FE08"/>
          </a:solidFill>
          <a:ln>
            <a:solidFill>
              <a:srgbClr val="C8FE0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owchart: Off-page Connector 17">
            <a:extLst>
              <a:ext uri="{FF2B5EF4-FFF2-40B4-BE49-F238E27FC236}">
                <a16:creationId xmlns:a16="http://schemas.microsoft.com/office/drawing/2014/main" id="{3A375568-23F4-FCCB-0A57-721C8888D306}"/>
              </a:ext>
            </a:extLst>
          </p:cNvPr>
          <p:cNvSpPr/>
          <p:nvPr/>
        </p:nvSpPr>
        <p:spPr>
          <a:xfrm>
            <a:off x="4656000" y="2232717"/>
            <a:ext cx="1440000" cy="1800000"/>
          </a:xfrm>
          <a:prstGeom prst="flowChartOffpageConnector">
            <a:avLst/>
          </a:prstGeom>
          <a:solidFill>
            <a:srgbClr val="C8FE08"/>
          </a:solidFill>
          <a:ln>
            <a:solidFill>
              <a:srgbClr val="C8FE0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D11B41C-2CE1-E3C1-698D-09E7E1702F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46"/>
          <a:stretch>
            <a:fillRect/>
          </a:stretch>
        </p:blipFill>
        <p:spPr>
          <a:xfrm>
            <a:off x="4620440" y="2231594"/>
            <a:ext cx="530860" cy="344908"/>
          </a:xfrm>
          <a:prstGeom prst="rect">
            <a:avLst/>
          </a:prstGeom>
        </p:spPr>
      </p:pic>
      <p:pic>
        <p:nvPicPr>
          <p:cNvPr id="303" name="Picture 302">
            <a:extLst>
              <a:ext uri="{FF2B5EF4-FFF2-40B4-BE49-F238E27FC236}">
                <a16:creationId xmlns:a16="http://schemas.microsoft.com/office/drawing/2014/main" id="{C00C39BA-A59E-7FBE-D81F-0653435AF2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694"/>
          <a:stretch>
            <a:fillRect/>
          </a:stretch>
        </p:blipFill>
        <p:spPr>
          <a:xfrm>
            <a:off x="7187993" y="2244783"/>
            <a:ext cx="467360" cy="329179"/>
          </a:xfrm>
          <a:prstGeom prst="rect">
            <a:avLst/>
          </a:prstGeom>
        </p:spPr>
      </p:pic>
      <p:pic>
        <p:nvPicPr>
          <p:cNvPr id="4" name="Picture 5">
            <a:extLst>
              <a:ext uri="{FF2B5EF4-FFF2-40B4-BE49-F238E27FC236}">
                <a16:creationId xmlns:a16="http://schemas.microsoft.com/office/drawing/2014/main" id="{7106EF7A-515B-A2EE-C3C7-DEE5DB32AE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038" y="2586028"/>
            <a:ext cx="479999" cy="594000"/>
          </a:xfrm>
          <a:prstGeom prst="rect">
            <a:avLst/>
          </a:prstGeom>
        </p:spPr>
      </p:pic>
      <p:pic>
        <p:nvPicPr>
          <p:cNvPr id="7" name="Picture 45">
            <a:extLst>
              <a:ext uri="{FF2B5EF4-FFF2-40B4-BE49-F238E27FC236}">
                <a16:creationId xmlns:a16="http://schemas.microsoft.com/office/drawing/2014/main" id="{6F228B61-6D03-E1B4-DFC4-CC12F5C8DE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547" y="2588568"/>
            <a:ext cx="594000" cy="594000"/>
          </a:xfrm>
          <a:prstGeom prst="rect">
            <a:avLst/>
          </a:prstGeom>
        </p:spPr>
      </p:pic>
      <p:pic>
        <p:nvPicPr>
          <p:cNvPr id="10" name="Picture 54">
            <a:extLst>
              <a:ext uri="{FF2B5EF4-FFF2-40B4-BE49-F238E27FC236}">
                <a16:creationId xmlns:a16="http://schemas.microsoft.com/office/drawing/2014/main" id="{AC905D58-581E-3136-2BCC-77737D47F50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296" y="3194545"/>
            <a:ext cx="606742" cy="594000"/>
          </a:xfrm>
          <a:prstGeom prst="rect">
            <a:avLst/>
          </a:prstGeom>
        </p:spPr>
      </p:pic>
      <p:pic>
        <p:nvPicPr>
          <p:cNvPr id="13" name="Picture 29">
            <a:extLst>
              <a:ext uri="{FF2B5EF4-FFF2-40B4-BE49-F238E27FC236}">
                <a16:creationId xmlns:a16="http://schemas.microsoft.com/office/drawing/2014/main" id="{86AFF354-5FAF-3FA1-E555-8AD8DEA2CED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876" y="3205571"/>
            <a:ext cx="491417" cy="594000"/>
          </a:xfrm>
          <a:prstGeom prst="rect">
            <a:avLst/>
          </a:prstGeom>
        </p:spPr>
      </p:pic>
      <p:pic>
        <p:nvPicPr>
          <p:cNvPr id="24" name="Picture 29">
            <a:extLst>
              <a:ext uri="{FF2B5EF4-FFF2-40B4-BE49-F238E27FC236}">
                <a16:creationId xmlns:a16="http://schemas.microsoft.com/office/drawing/2014/main" id="{9AB0C248-386E-CCB1-596D-6E61E0DE4CF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0599" y="3197085"/>
            <a:ext cx="602536" cy="594000"/>
          </a:xfrm>
          <a:prstGeom prst="rect">
            <a:avLst/>
          </a:prstGeom>
        </p:spPr>
      </p:pic>
      <p:pic>
        <p:nvPicPr>
          <p:cNvPr id="26" name="Picture 248">
            <a:extLst>
              <a:ext uri="{FF2B5EF4-FFF2-40B4-BE49-F238E27FC236}">
                <a16:creationId xmlns:a16="http://schemas.microsoft.com/office/drawing/2014/main" id="{1B55F60F-92F4-834E-12B3-5C9604AACB5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8942" y="2573962"/>
            <a:ext cx="500886" cy="594000"/>
          </a:xfrm>
          <a:prstGeom prst="rect">
            <a:avLst/>
          </a:prstGeom>
        </p:spPr>
      </p:pic>
      <p:pic>
        <p:nvPicPr>
          <p:cNvPr id="28" name="Picture 171">
            <a:extLst>
              <a:ext uri="{FF2B5EF4-FFF2-40B4-BE49-F238E27FC236}">
                <a16:creationId xmlns:a16="http://schemas.microsoft.com/office/drawing/2014/main" id="{8A9DC920-1785-39A4-7CB9-71FB1CBFC05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3422" y="2586028"/>
            <a:ext cx="463542" cy="594000"/>
          </a:xfrm>
          <a:prstGeom prst="rect">
            <a:avLst/>
          </a:prstGeom>
        </p:spPr>
      </p:pic>
      <p:pic>
        <p:nvPicPr>
          <p:cNvPr id="31" name="Picture 8">
            <a:extLst>
              <a:ext uri="{FF2B5EF4-FFF2-40B4-BE49-F238E27FC236}">
                <a16:creationId xmlns:a16="http://schemas.microsoft.com/office/drawing/2014/main" id="{B7950811-AC9C-42C7-CEB4-5D8E3A6D70A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1867" y="3205571"/>
            <a:ext cx="505085" cy="594000"/>
          </a:xfrm>
          <a:prstGeom prst="rect">
            <a:avLst/>
          </a:prstGeom>
        </p:spPr>
      </p:pic>
      <p:pic>
        <p:nvPicPr>
          <p:cNvPr id="33" name="Picture 301">
            <a:extLst>
              <a:ext uri="{FF2B5EF4-FFF2-40B4-BE49-F238E27FC236}">
                <a16:creationId xmlns:a16="http://schemas.microsoft.com/office/drawing/2014/main" id="{809A8037-6681-292D-D62E-1AA1DEC4CE0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474" y="2746571"/>
            <a:ext cx="751230" cy="756000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DA1ED399-6FB6-C3C6-0025-6A0DB465617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229" y="2768388"/>
            <a:ext cx="659685" cy="7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96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B7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F7781C-7217-26DB-5A51-0147C9205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Box 290">
            <a:extLst>
              <a:ext uri="{FF2B5EF4-FFF2-40B4-BE49-F238E27FC236}">
                <a16:creationId xmlns:a16="http://schemas.microsoft.com/office/drawing/2014/main" id="{CC30EEBF-4851-41BA-F047-E3B9AE8D0F04}"/>
              </a:ext>
            </a:extLst>
          </p:cNvPr>
          <p:cNvSpPr txBox="1"/>
          <p:nvPr/>
        </p:nvSpPr>
        <p:spPr>
          <a:xfrm>
            <a:off x="118877" y="5810954"/>
            <a:ext cx="115157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C8FE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PROMOVIDOS - BRASIL</a:t>
            </a:r>
            <a:endParaRPr lang="en-US" sz="6000" dirty="0">
              <a:solidFill>
                <a:srgbClr val="C8FE0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w Cen MT" panose="020B0602020104020603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Picture 1" descr="A blue and green shield with white text and stars&#10;&#10;AI-generated content may be incorrect.">
            <a:extLst>
              <a:ext uri="{FF2B5EF4-FFF2-40B4-BE49-F238E27FC236}">
                <a16:creationId xmlns:a16="http://schemas.microsoft.com/office/drawing/2014/main" id="{44EFB41B-2587-FCC2-860C-6144883309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3285" y="109983"/>
            <a:ext cx="914400" cy="1234800"/>
          </a:xfrm>
          <a:prstGeom prst="rect">
            <a:avLst/>
          </a:prstGeom>
        </p:spPr>
      </p:pic>
      <p:sp>
        <p:nvSpPr>
          <p:cNvPr id="21" name="Flowchart: Off-page Connector 20">
            <a:extLst>
              <a:ext uri="{FF2B5EF4-FFF2-40B4-BE49-F238E27FC236}">
                <a16:creationId xmlns:a16="http://schemas.microsoft.com/office/drawing/2014/main" id="{87408029-875B-0417-3535-EFEF298BDB5A}"/>
              </a:ext>
            </a:extLst>
          </p:cNvPr>
          <p:cNvSpPr/>
          <p:nvPr/>
        </p:nvSpPr>
        <p:spPr>
          <a:xfrm>
            <a:off x="2124007" y="2232717"/>
            <a:ext cx="1440000" cy="1800000"/>
          </a:xfrm>
          <a:prstGeom prst="flowChartOffpageConnector">
            <a:avLst/>
          </a:prstGeom>
          <a:solidFill>
            <a:srgbClr val="C8FE08"/>
          </a:solidFill>
          <a:ln>
            <a:solidFill>
              <a:srgbClr val="C8FE0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lowchart: Off-page Connector 24">
            <a:extLst>
              <a:ext uri="{FF2B5EF4-FFF2-40B4-BE49-F238E27FC236}">
                <a16:creationId xmlns:a16="http://schemas.microsoft.com/office/drawing/2014/main" id="{E16E2717-55C0-0F72-F30B-DA0342A6DA57}"/>
              </a:ext>
            </a:extLst>
          </p:cNvPr>
          <p:cNvSpPr/>
          <p:nvPr/>
        </p:nvSpPr>
        <p:spPr>
          <a:xfrm>
            <a:off x="7187993" y="2232717"/>
            <a:ext cx="1440000" cy="1800000"/>
          </a:xfrm>
          <a:prstGeom prst="flowChartOffpageConnector">
            <a:avLst/>
          </a:prstGeom>
          <a:solidFill>
            <a:srgbClr val="C8FE08"/>
          </a:solidFill>
          <a:ln>
            <a:solidFill>
              <a:srgbClr val="C8FE0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lowchart: Off-page Connector 26">
            <a:extLst>
              <a:ext uri="{FF2B5EF4-FFF2-40B4-BE49-F238E27FC236}">
                <a16:creationId xmlns:a16="http://schemas.microsoft.com/office/drawing/2014/main" id="{A65972A8-6592-9031-B913-95640C7B385E}"/>
              </a:ext>
            </a:extLst>
          </p:cNvPr>
          <p:cNvSpPr/>
          <p:nvPr/>
        </p:nvSpPr>
        <p:spPr>
          <a:xfrm>
            <a:off x="4656000" y="2232717"/>
            <a:ext cx="1440000" cy="1800000"/>
          </a:xfrm>
          <a:prstGeom prst="flowChartOffpageConnector">
            <a:avLst/>
          </a:prstGeom>
          <a:solidFill>
            <a:srgbClr val="C8FE08"/>
          </a:solidFill>
          <a:ln>
            <a:solidFill>
              <a:srgbClr val="C8FE0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898358-6A45-7979-4520-D895E9E746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46"/>
          <a:stretch>
            <a:fillRect/>
          </a:stretch>
        </p:blipFill>
        <p:spPr>
          <a:xfrm>
            <a:off x="2087044" y="2238188"/>
            <a:ext cx="530860" cy="3449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186C0C-D3D7-DF60-0EED-873F23EB98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694"/>
          <a:stretch>
            <a:fillRect/>
          </a:stretch>
        </p:blipFill>
        <p:spPr>
          <a:xfrm>
            <a:off x="4652190" y="2247323"/>
            <a:ext cx="467360" cy="329179"/>
          </a:xfrm>
          <a:prstGeom prst="rect">
            <a:avLst/>
          </a:prstGeom>
        </p:spPr>
      </p:pic>
      <p:pic>
        <p:nvPicPr>
          <p:cNvPr id="288" name="Picture 287">
            <a:extLst>
              <a:ext uri="{FF2B5EF4-FFF2-40B4-BE49-F238E27FC236}">
                <a16:creationId xmlns:a16="http://schemas.microsoft.com/office/drawing/2014/main" id="{A14AD3C8-B16C-9B13-E0CA-6535DB8F3A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4314" y="3205571"/>
            <a:ext cx="594000" cy="594000"/>
          </a:xfrm>
          <a:prstGeom prst="rect">
            <a:avLst/>
          </a:prstGeom>
        </p:spPr>
      </p:pic>
      <p:pic>
        <p:nvPicPr>
          <p:cNvPr id="289" name="Picture 288">
            <a:extLst>
              <a:ext uri="{FF2B5EF4-FFF2-40B4-BE49-F238E27FC236}">
                <a16:creationId xmlns:a16="http://schemas.microsoft.com/office/drawing/2014/main" id="{819A6DE3-2643-EDD6-3D37-7F683F7737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96"/>
          <a:stretch>
            <a:fillRect/>
          </a:stretch>
        </p:blipFill>
        <p:spPr>
          <a:xfrm>
            <a:off x="7187993" y="2241057"/>
            <a:ext cx="467360" cy="327600"/>
          </a:xfrm>
          <a:prstGeom prst="rect">
            <a:avLst/>
          </a:prstGeom>
        </p:spPr>
      </p:pic>
      <p:pic>
        <p:nvPicPr>
          <p:cNvPr id="290" name="Picture 289" descr="A green star with red and yellow circle and a red circle with a yellow circle on it&#10;&#10;AI-generated content may be incorrect.">
            <a:extLst>
              <a:ext uri="{FF2B5EF4-FFF2-40B4-BE49-F238E27FC236}">
                <a16:creationId xmlns:a16="http://schemas.microsoft.com/office/drawing/2014/main" id="{FD34FF3F-FEDF-C790-2E69-7A434D7D42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0511" y="3171138"/>
            <a:ext cx="594000" cy="594000"/>
          </a:xfrm>
          <a:prstGeom prst="rect">
            <a:avLst/>
          </a:prstGeom>
        </p:spPr>
      </p:pic>
      <p:pic>
        <p:nvPicPr>
          <p:cNvPr id="297" name="Picture 296">
            <a:extLst>
              <a:ext uri="{FF2B5EF4-FFF2-40B4-BE49-F238E27FC236}">
                <a16:creationId xmlns:a16="http://schemas.microsoft.com/office/drawing/2014/main" id="{C0551D79-69D0-BD23-3154-1B8978D844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1325" y="2583488"/>
            <a:ext cx="532373" cy="594000"/>
          </a:xfrm>
          <a:prstGeom prst="rect">
            <a:avLst/>
          </a:prstGeom>
        </p:spPr>
      </p:pic>
      <p:pic>
        <p:nvPicPr>
          <p:cNvPr id="5" name="Picture 15">
            <a:extLst>
              <a:ext uri="{FF2B5EF4-FFF2-40B4-BE49-F238E27FC236}">
                <a16:creationId xmlns:a16="http://schemas.microsoft.com/office/drawing/2014/main" id="{6A70C667-1732-A89E-C7F5-0860C168418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72"/>
          <a:stretch>
            <a:fillRect/>
          </a:stretch>
        </p:blipFill>
        <p:spPr>
          <a:xfrm>
            <a:off x="2167281" y="2588568"/>
            <a:ext cx="593573" cy="5940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A2F57D24-1A4A-C1D0-5D22-39F1C607F3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8787" y="2588568"/>
            <a:ext cx="594000" cy="594000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4930816A-DEDB-6657-38A2-C6D6125C7D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44007" y="3205571"/>
            <a:ext cx="594000" cy="594000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B111F8E3-607A-00AB-5711-DB6C599489E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6000" y="2464556"/>
            <a:ext cx="594000" cy="741015"/>
          </a:xfrm>
          <a:prstGeom prst="rect">
            <a:avLst/>
          </a:prstGeom>
        </p:spPr>
      </p:pic>
      <p:pic>
        <p:nvPicPr>
          <p:cNvPr id="18" name="Picture 180">
            <a:extLst>
              <a:ext uri="{FF2B5EF4-FFF2-40B4-BE49-F238E27FC236}">
                <a16:creationId xmlns:a16="http://schemas.microsoft.com/office/drawing/2014/main" id="{C609E890-161E-0ACC-8158-42F49FE0E12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032" y="3220176"/>
            <a:ext cx="379206" cy="594000"/>
          </a:xfrm>
          <a:prstGeom prst="rect">
            <a:avLst/>
          </a:prstGeom>
        </p:spPr>
      </p:pic>
      <p:pic>
        <p:nvPicPr>
          <p:cNvPr id="20" name="Picture 62" descr="A logo of a company&#10;&#10;AI-generated content may be incorrect.">
            <a:extLst>
              <a:ext uri="{FF2B5EF4-FFF2-40B4-BE49-F238E27FC236}">
                <a16:creationId xmlns:a16="http://schemas.microsoft.com/office/drawing/2014/main" id="{852D72EC-33D9-746F-1530-56DDFD66F89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2514" y="2597535"/>
            <a:ext cx="468000" cy="468000"/>
          </a:xfrm>
          <a:prstGeom prst="rect">
            <a:avLst/>
          </a:prstGeom>
        </p:spPr>
      </p:pic>
      <p:pic>
        <p:nvPicPr>
          <p:cNvPr id="23" name="Picture 197">
            <a:extLst>
              <a:ext uri="{FF2B5EF4-FFF2-40B4-BE49-F238E27FC236}">
                <a16:creationId xmlns:a16="http://schemas.microsoft.com/office/drawing/2014/main" id="{7D381ED6-594B-2025-3FE8-E40B43A0217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2655" y="2680703"/>
            <a:ext cx="468000" cy="301664"/>
          </a:xfrm>
          <a:prstGeom prst="rect">
            <a:avLst/>
          </a:prstGeom>
        </p:spPr>
      </p:pic>
      <p:pic>
        <p:nvPicPr>
          <p:cNvPr id="26" name="Picture 3" descr="A logo of a football club&#10;&#10;AI-generated content may be incorrect.">
            <a:extLst>
              <a:ext uri="{FF2B5EF4-FFF2-40B4-BE49-F238E27FC236}">
                <a16:creationId xmlns:a16="http://schemas.microsoft.com/office/drawing/2014/main" id="{4F292A05-5042-79D9-FD06-1804C029457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948" y="2568657"/>
            <a:ext cx="432120" cy="468000"/>
          </a:xfrm>
          <a:prstGeom prst="rect">
            <a:avLst/>
          </a:prstGeom>
        </p:spPr>
      </p:pic>
      <p:pic>
        <p:nvPicPr>
          <p:cNvPr id="32" name="Picture 318">
            <a:extLst>
              <a:ext uri="{FF2B5EF4-FFF2-40B4-BE49-F238E27FC236}">
                <a16:creationId xmlns:a16="http://schemas.microsoft.com/office/drawing/2014/main" id="{AD4E29B0-8A9B-0FFD-611E-DF281930D5E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4328" y="3081126"/>
            <a:ext cx="345777" cy="468000"/>
          </a:xfrm>
          <a:prstGeom prst="rect">
            <a:avLst/>
          </a:prstGeom>
        </p:spPr>
      </p:pic>
      <p:pic>
        <p:nvPicPr>
          <p:cNvPr id="34" name="Picture 275">
            <a:extLst>
              <a:ext uri="{FF2B5EF4-FFF2-40B4-BE49-F238E27FC236}">
                <a16:creationId xmlns:a16="http://schemas.microsoft.com/office/drawing/2014/main" id="{7629D70A-AC30-0253-F82C-54534F65BCE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4535" y="3122710"/>
            <a:ext cx="468000" cy="468000"/>
          </a:xfrm>
          <a:prstGeom prst="rect">
            <a:avLst/>
          </a:prstGeom>
        </p:spPr>
      </p:pic>
      <p:pic>
        <p:nvPicPr>
          <p:cNvPr id="36" name="Picture 6" descr="A red and black logo&#10;&#10;AI-generated content may be incorrect.">
            <a:extLst>
              <a:ext uri="{FF2B5EF4-FFF2-40B4-BE49-F238E27FC236}">
                <a16:creationId xmlns:a16="http://schemas.microsoft.com/office/drawing/2014/main" id="{2E937EDA-A226-9197-2379-D93194DF605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440" y="3122710"/>
            <a:ext cx="450559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35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1607</TotalTime>
  <Words>9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Tw Cen MT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Estima</dc:creator>
  <cp:lastModifiedBy>Rafael Estima</cp:lastModifiedBy>
  <cp:revision>2</cp:revision>
  <dcterms:created xsi:type="dcterms:W3CDTF">2026-07-10T02:11:35Z</dcterms:created>
  <dcterms:modified xsi:type="dcterms:W3CDTF">2026-07-26T06:15:16Z</dcterms:modified>
</cp:coreProperties>
</file>