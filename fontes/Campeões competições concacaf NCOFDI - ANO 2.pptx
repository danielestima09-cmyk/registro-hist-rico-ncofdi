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F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2BA2-B103-9664-3295-43E4D9716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DE802-2E5F-1A38-294E-5F8EDBA6A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17088-B1B6-5D58-BA7E-89388A73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8956-BC32-87A9-DE0F-B50A762A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348D8-6CC9-AB97-A7EA-074CF2CD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0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E522-532C-5CC5-99A6-EEF5C4838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4A73-609E-A66F-28EC-5BDCFDFB1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E0BDA-B32C-1430-2022-8906B437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CC42D-002F-A6BE-6C96-4ABB2A0C6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155DF-07B8-42AD-A27E-D9752F09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3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7D03-A4E8-F2B5-EA87-81430BAF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A046D-274E-AA89-DBDE-D435477A8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85EDC-58A3-B19B-94FC-F192D19A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ADFF7-D726-9624-FF16-0FE64AE3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727D4-906B-2386-4266-17F580BC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ACB7-7454-A7A8-9918-8B8B8BE7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67213-60A0-8A76-3AC3-DC0A62204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51D95-8FD3-AEF7-9FD2-B8F2E0C50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E58BA-F4DF-7809-54F1-61EA8E469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6B5C7-2C5E-882D-6B47-37845C20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D35A8-121F-AA7C-51CF-4C2F2B07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1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5764-DA50-EC72-E849-62E627AB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AE10-4044-D1F9-DD7A-A74F3110A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2D470-EEC2-D28D-484A-FA7015AFF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0AE66-05A8-7922-B060-D0A6D163C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EBB8A-8791-08BF-EFBE-37F74E6C6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27D6A0-3505-36CB-FF6C-344EDD3F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2E8DB-9C57-A05A-7F58-329C186C3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CCD88-6C69-2894-B8FA-99F53D67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5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FB6B-6334-E9BC-D770-BC15D472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ACA5C-88DC-4E67-D7D6-28894CDA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876DC-2026-0969-FE05-ED1888C4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DC0F1-76A4-1E4B-90B2-5A048C67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5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C8C26-1966-9D33-8173-1E146A34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C6F3B-0C89-C8E1-F462-BD6F2D46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DFDCE-9957-5C0F-6752-7BAD57AE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741E-EC63-06A8-AE4A-4533188AC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7376-35F9-EBB2-E217-FCBB5A7A4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5AF3D-C4CE-1A19-149C-7620EB619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94B81-F00A-396B-EB2E-21C06347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E5773-FFF2-E11D-AA6E-39BB1CED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D157A-44E1-263F-7992-F3264092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3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FD3B-4CF6-D4A5-E7C9-47BEB3ADF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31592-054B-2600-FB9E-C3FD6080A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44F29-5617-2DDE-BC57-5280C5B57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D0E7B-BF66-8AD7-2150-DDD3AE32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45249-9BF0-449E-2773-EEEBF167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D833C-1747-E026-9A8C-BD7686A4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7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8F8B-8D17-25B1-BE63-90A589B8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8350F-86A4-FE8F-E2AA-191B5E4D6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51D4-2084-974B-F7FF-2C06A417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74099-7776-28EF-B01A-3D619B8F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D1DA-6BE0-CB40-4955-12D5C80D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7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7CDB7-57F0-A012-ACC7-51AC550D4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981E5-C832-A012-2608-D1F683B41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65B2D-CC79-09BD-2A50-FF3E2E78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A38B0-296D-2AEA-722C-E357AB5B8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6A87A-976C-192A-ACEC-EC97C208F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5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413447-3A21-C62A-4FB5-2EE2915B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3CEA7-F03C-9115-1039-D3499E626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BDBE9-138A-EB15-65A1-E4BDCD21D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5BB4A-2523-41C5-BB96-7D9BA453D56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F9B26-8142-9555-8EF6-90242AEE6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C05FB-E8D5-1F5B-914E-08969054E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6C1E2-E3FD-4262-AD99-E2C422D9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sv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F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239">
            <a:extLst>
              <a:ext uri="{FF2B5EF4-FFF2-40B4-BE49-F238E27FC236}">
                <a16:creationId xmlns:a16="http://schemas.microsoft.com/office/drawing/2014/main" id="{0F20470B-900D-9D82-F712-93C7DE1760C7}"/>
              </a:ext>
            </a:extLst>
          </p:cNvPr>
          <p:cNvGrpSpPr/>
          <p:nvPr/>
        </p:nvGrpSpPr>
        <p:grpSpPr>
          <a:xfrm>
            <a:off x="2196675" y="2536594"/>
            <a:ext cx="720000" cy="900000"/>
            <a:chOff x="4169911" y="1355855"/>
            <a:chExt cx="720000" cy="900000"/>
          </a:xfrm>
        </p:grpSpPr>
        <p:sp>
          <p:nvSpPr>
            <p:cNvPr id="156" name="Flowchart: Off-page Connector 155">
              <a:extLst>
                <a:ext uri="{FF2B5EF4-FFF2-40B4-BE49-F238E27FC236}">
                  <a16:creationId xmlns:a16="http://schemas.microsoft.com/office/drawing/2014/main" id="{B4189927-CF2A-1D86-7ECA-AE40A43E7600}"/>
                </a:ext>
              </a:extLst>
            </p:cNvPr>
            <p:cNvSpPr/>
            <p:nvPr/>
          </p:nvSpPr>
          <p:spPr>
            <a:xfrm>
              <a:off x="4169911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1" name="Picture 230" descr="A red white and blue square with stars&#10;&#10;AI-generated content may be incorrect.">
              <a:extLst>
                <a:ext uri="{FF2B5EF4-FFF2-40B4-BE49-F238E27FC236}">
                  <a16:creationId xmlns:a16="http://schemas.microsoft.com/office/drawing/2014/main" id="{07891F2A-3405-963F-0BE7-72014AA4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4839" y="1356240"/>
              <a:ext cx="191397" cy="133594"/>
            </a:xfrm>
            <a:prstGeom prst="rect">
              <a:avLst/>
            </a:prstGeom>
          </p:spPr>
        </p:pic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B7062357-F529-6A0A-FC61-6292F591C10D}"/>
              </a:ext>
            </a:extLst>
          </p:cNvPr>
          <p:cNvGrpSpPr/>
          <p:nvPr/>
        </p:nvGrpSpPr>
        <p:grpSpPr>
          <a:xfrm>
            <a:off x="1213024" y="2539049"/>
            <a:ext cx="720000" cy="900000"/>
            <a:chOff x="3183082" y="1355855"/>
            <a:chExt cx="720000" cy="900000"/>
          </a:xfrm>
        </p:grpSpPr>
        <p:sp>
          <p:nvSpPr>
            <p:cNvPr id="155" name="Flowchart: Off-page Connector 154">
              <a:extLst>
                <a:ext uri="{FF2B5EF4-FFF2-40B4-BE49-F238E27FC236}">
                  <a16:creationId xmlns:a16="http://schemas.microsoft.com/office/drawing/2014/main" id="{62792D34-4916-EE73-F52E-5E4CD6BD0220}"/>
                </a:ext>
              </a:extLst>
            </p:cNvPr>
            <p:cNvSpPr/>
            <p:nvPr/>
          </p:nvSpPr>
          <p:spPr>
            <a:xfrm>
              <a:off x="3183082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7" name="Picture 226" descr="A blue and white flag with a triangle and a triangle&#10;&#10;AI-generated content may be incorrect.">
              <a:extLst>
                <a:ext uri="{FF2B5EF4-FFF2-40B4-BE49-F238E27FC236}">
                  <a16:creationId xmlns:a16="http://schemas.microsoft.com/office/drawing/2014/main" id="{C95D3AD2-331A-BB75-5281-F21D0FF71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8010" y="1355855"/>
              <a:ext cx="191397" cy="133978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5446B49-D172-ADF4-B42A-437F9E6FA167}"/>
              </a:ext>
            </a:extLst>
          </p:cNvPr>
          <p:cNvGrpSpPr/>
          <p:nvPr/>
        </p:nvGrpSpPr>
        <p:grpSpPr>
          <a:xfrm>
            <a:off x="229373" y="2539049"/>
            <a:ext cx="720000" cy="900000"/>
            <a:chOff x="2196253" y="1355855"/>
            <a:chExt cx="720000" cy="900000"/>
          </a:xfrm>
        </p:grpSpPr>
        <p:sp>
          <p:nvSpPr>
            <p:cNvPr id="154" name="Flowchart: Off-page Connector 153">
              <a:extLst>
                <a:ext uri="{FF2B5EF4-FFF2-40B4-BE49-F238E27FC236}">
                  <a16:creationId xmlns:a16="http://schemas.microsoft.com/office/drawing/2014/main" id="{79F732DF-6277-C402-1478-5C9061C652C3}"/>
                </a:ext>
              </a:extLst>
            </p:cNvPr>
            <p:cNvSpPr/>
            <p:nvPr/>
          </p:nvSpPr>
          <p:spPr>
            <a:xfrm>
              <a:off x="2196253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31899E9B-04D6-B8D2-28DA-92CC2103B5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1180" y="1355855"/>
              <a:ext cx="191398" cy="133978"/>
            </a:xfrm>
            <a:prstGeom prst="rect">
              <a:avLst/>
            </a:prstGeom>
          </p:spPr>
        </p:pic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95E90B3-000F-135A-01FC-FC76124670CC}"/>
              </a:ext>
            </a:extLst>
          </p:cNvPr>
          <p:cNvGrpSpPr/>
          <p:nvPr/>
        </p:nvGrpSpPr>
        <p:grpSpPr>
          <a:xfrm>
            <a:off x="1206415" y="1353708"/>
            <a:ext cx="720000" cy="900000"/>
            <a:chOff x="221064" y="1355855"/>
            <a:chExt cx="720000" cy="900000"/>
          </a:xfrm>
        </p:grpSpPr>
        <p:sp>
          <p:nvSpPr>
            <p:cNvPr id="152" name="Flowchart: Off-page Connector 151">
              <a:extLst>
                <a:ext uri="{FF2B5EF4-FFF2-40B4-BE49-F238E27FC236}">
                  <a16:creationId xmlns:a16="http://schemas.microsoft.com/office/drawing/2014/main" id="{FB52932D-94A2-5E63-DFB6-62106C793298}"/>
                </a:ext>
              </a:extLst>
            </p:cNvPr>
            <p:cNvSpPr/>
            <p:nvPr/>
          </p:nvSpPr>
          <p:spPr>
            <a:xfrm>
              <a:off x="221064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1BC8A1BB-E789-D50A-27F5-72255E1C8C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452" y="1355855"/>
              <a:ext cx="187040" cy="133978"/>
            </a:xfrm>
            <a:prstGeom prst="rect">
              <a:avLst/>
            </a:prstGeom>
          </p:spPr>
        </p:pic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E998EDEC-BC02-7494-CB5B-1EE941A983B3}"/>
              </a:ext>
            </a:extLst>
          </p:cNvPr>
          <p:cNvSpPr txBox="1"/>
          <p:nvPr/>
        </p:nvSpPr>
        <p:spPr>
          <a:xfrm>
            <a:off x="3085181" y="2536594"/>
            <a:ext cx="7318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00D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MS PGothic" panose="020B0600070205080204" pitchFamily="34" charset="-128"/>
                <a:cs typeface="LilyUPC" panose="020B0604020202020204" pitchFamily="34" charset="-34"/>
              </a:rPr>
              <a:t>CAMPEÕES - LIGA</a:t>
            </a:r>
            <a:endParaRPr lang="en-US" sz="6000" dirty="0">
              <a:solidFill>
                <a:srgbClr val="000D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tencil" panose="040409050D0802020404" pitchFamily="82" charset="0"/>
              <a:ea typeface="MS PGothic" panose="020B0600070205080204" pitchFamily="34" charset="-128"/>
              <a:cs typeface="LilyUPC" panose="020B0604020202020204" pitchFamily="34" charset="-34"/>
            </a:endParaRPr>
          </a:p>
        </p:txBody>
      </p:sp>
      <p:pic>
        <p:nvPicPr>
          <p:cNvPr id="6" name="Picture 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3BE400E5-1681-5B7D-7DEA-8DB0B40366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480" y="84723"/>
            <a:ext cx="2764420" cy="2412584"/>
          </a:xfrm>
          <a:prstGeom prst="rect">
            <a:avLst/>
          </a:prstGeom>
        </p:spPr>
      </p:pic>
      <p:grpSp>
        <p:nvGrpSpPr>
          <p:cNvPr id="232" name="Group 231">
            <a:extLst>
              <a:ext uri="{FF2B5EF4-FFF2-40B4-BE49-F238E27FC236}">
                <a16:creationId xmlns:a16="http://schemas.microsoft.com/office/drawing/2014/main" id="{FF164F10-DFC4-11FF-8C0A-7BB894E99383}"/>
              </a:ext>
            </a:extLst>
          </p:cNvPr>
          <p:cNvGrpSpPr/>
          <p:nvPr/>
        </p:nvGrpSpPr>
        <p:grpSpPr>
          <a:xfrm>
            <a:off x="1209424" y="170822"/>
            <a:ext cx="720000" cy="900000"/>
            <a:chOff x="1209424" y="170822"/>
            <a:chExt cx="720000" cy="900000"/>
          </a:xfrm>
        </p:grpSpPr>
        <p:sp>
          <p:nvSpPr>
            <p:cNvPr id="10" name="Flowchart: Off-page Connector 9">
              <a:extLst>
                <a:ext uri="{FF2B5EF4-FFF2-40B4-BE49-F238E27FC236}">
                  <a16:creationId xmlns:a16="http://schemas.microsoft.com/office/drawing/2014/main" id="{294DFE0F-6272-E7D2-6310-4480658EC3CF}"/>
                </a:ext>
              </a:extLst>
            </p:cNvPr>
            <p:cNvSpPr/>
            <p:nvPr/>
          </p:nvSpPr>
          <p:spPr>
            <a:xfrm>
              <a:off x="1209424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5C2D02D-1F66-5DDC-C50C-61ECA615E2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7734" y="172415"/>
              <a:ext cx="187118" cy="133976"/>
            </a:xfrm>
            <a:prstGeom prst="rect">
              <a:avLst/>
            </a:prstGeom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CA91641-25C3-4EFC-06D8-3239CEC4E99A}"/>
              </a:ext>
            </a:extLst>
          </p:cNvPr>
          <p:cNvGrpSpPr/>
          <p:nvPr/>
        </p:nvGrpSpPr>
        <p:grpSpPr>
          <a:xfrm>
            <a:off x="2197018" y="170822"/>
            <a:ext cx="720000" cy="900000"/>
            <a:chOff x="3183082" y="170822"/>
            <a:chExt cx="720000" cy="900000"/>
          </a:xfrm>
        </p:grpSpPr>
        <p:sp>
          <p:nvSpPr>
            <p:cNvPr id="12" name="Flowchart: Off-page Connector 11">
              <a:extLst>
                <a:ext uri="{FF2B5EF4-FFF2-40B4-BE49-F238E27FC236}">
                  <a16:creationId xmlns:a16="http://schemas.microsoft.com/office/drawing/2014/main" id="{A946BF9A-BD5A-11AE-0BAB-14E33CEB88A6}"/>
                </a:ext>
              </a:extLst>
            </p:cNvPr>
            <p:cNvSpPr/>
            <p:nvPr/>
          </p:nvSpPr>
          <p:spPr>
            <a:xfrm>
              <a:off x="3183082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 descr="A flag with stars and stripes&#10;&#10;AI-generated content may be incorrect.">
              <a:extLst>
                <a:ext uri="{FF2B5EF4-FFF2-40B4-BE49-F238E27FC236}">
                  <a16:creationId xmlns:a16="http://schemas.microsoft.com/office/drawing/2014/main" id="{0436C0EF-232F-D7DA-D9CD-A4E11CE51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393" y="173738"/>
              <a:ext cx="187117" cy="131062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FB7D671-667E-EB16-5AB3-E873E8E2E538}"/>
              </a:ext>
            </a:extLst>
          </p:cNvPr>
          <p:cNvGrpSpPr/>
          <p:nvPr/>
        </p:nvGrpSpPr>
        <p:grpSpPr>
          <a:xfrm>
            <a:off x="229373" y="1353708"/>
            <a:ext cx="720000" cy="900000"/>
            <a:chOff x="4169911" y="170822"/>
            <a:chExt cx="720000" cy="900000"/>
          </a:xfrm>
        </p:grpSpPr>
        <p:sp>
          <p:nvSpPr>
            <p:cNvPr id="13" name="Flowchart: Off-page Connector 12">
              <a:extLst>
                <a:ext uri="{FF2B5EF4-FFF2-40B4-BE49-F238E27FC236}">
                  <a16:creationId xmlns:a16="http://schemas.microsoft.com/office/drawing/2014/main" id="{E6008D63-9966-AC10-88DF-E6AACA0BBA82}"/>
                </a:ext>
              </a:extLst>
            </p:cNvPr>
            <p:cNvSpPr/>
            <p:nvPr/>
          </p:nvSpPr>
          <p:spPr>
            <a:xfrm>
              <a:off x="4169911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2CC8A0F9-B518-46E4-42BF-554BEF7531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84516" y="170822"/>
              <a:ext cx="187116" cy="138980"/>
            </a:xfrm>
            <a:prstGeom prst="rect">
              <a:avLst/>
            </a:prstGeom>
          </p:spPr>
        </p:pic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96B27AE-1342-A912-05EA-C4F97827172F}"/>
              </a:ext>
            </a:extLst>
          </p:cNvPr>
          <p:cNvGrpSpPr/>
          <p:nvPr/>
        </p:nvGrpSpPr>
        <p:grpSpPr>
          <a:xfrm>
            <a:off x="2198327" y="1353708"/>
            <a:ext cx="720000" cy="900000"/>
            <a:chOff x="1209424" y="1355855"/>
            <a:chExt cx="720000" cy="900000"/>
          </a:xfrm>
        </p:grpSpPr>
        <p:sp>
          <p:nvSpPr>
            <p:cNvPr id="153" name="Flowchart: Off-page Connector 152">
              <a:extLst>
                <a:ext uri="{FF2B5EF4-FFF2-40B4-BE49-F238E27FC236}">
                  <a16:creationId xmlns:a16="http://schemas.microsoft.com/office/drawing/2014/main" id="{80F1EB19-3240-C949-DC12-F34B8107439D}"/>
                </a:ext>
              </a:extLst>
            </p:cNvPr>
            <p:cNvSpPr/>
            <p:nvPr/>
          </p:nvSpPr>
          <p:spPr>
            <a:xfrm>
              <a:off x="1209424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EBC1EC9-5752-60EC-A6AE-0557ABAEDF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17812" y="1355856"/>
              <a:ext cx="187040" cy="133977"/>
            </a:xfrm>
            <a:prstGeom prst="rect">
              <a:avLst/>
            </a:prstGeom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DD69A548-8802-3969-522E-C9B758918C3C}"/>
              </a:ext>
            </a:extLst>
          </p:cNvPr>
          <p:cNvGrpSpPr/>
          <p:nvPr/>
        </p:nvGrpSpPr>
        <p:grpSpPr>
          <a:xfrm>
            <a:off x="221064" y="170822"/>
            <a:ext cx="720000" cy="900000"/>
            <a:chOff x="221064" y="170822"/>
            <a:chExt cx="720000" cy="900000"/>
          </a:xfrm>
        </p:grpSpPr>
        <p:sp>
          <p:nvSpPr>
            <p:cNvPr id="4" name="Flowchart: Off-page Connector 3">
              <a:extLst>
                <a:ext uri="{FF2B5EF4-FFF2-40B4-BE49-F238E27FC236}">
                  <a16:creationId xmlns:a16="http://schemas.microsoft.com/office/drawing/2014/main" id="{3FBF83CD-923F-4B79-87C0-B67EFB8BF6B5}"/>
                </a:ext>
              </a:extLst>
            </p:cNvPr>
            <p:cNvSpPr/>
            <p:nvPr/>
          </p:nvSpPr>
          <p:spPr>
            <a:xfrm>
              <a:off x="221064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3CE24C0-E5A6-37F0-FB93-485942873B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9373" y="170822"/>
              <a:ext cx="187119" cy="133978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7269738-1BA7-82F9-B4C3-8F8E1D61AB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056" y="1606935"/>
            <a:ext cx="308594" cy="39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FF36B3-00E9-0D62-73B4-BBD1E63DCA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59" y="307658"/>
            <a:ext cx="684000" cy="684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7AF398-244F-9FD5-9857-0E37DC32CB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03" y="423500"/>
            <a:ext cx="282647" cy="396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297EC13-7789-68D0-3632-3055A4D5AF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98" y="421595"/>
            <a:ext cx="338027" cy="396000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35A65048-AC51-0F90-CF39-6701F13E1E4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460" y="306705"/>
            <a:ext cx="636429" cy="712800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D85AB56C-3C73-A04E-1511-1658BB90699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67" y="1605708"/>
            <a:ext cx="369212" cy="3960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3612B43-B38E-7F7F-6D71-0C09950111A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92" y="1605708"/>
            <a:ext cx="396000" cy="39600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50F371CD-7B60-927E-033A-541C81556B8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512" y="1605694"/>
            <a:ext cx="396000" cy="396000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5071C90B-71DE-0872-C8B7-E4784EBCB4E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869" y="1457468"/>
            <a:ext cx="712800" cy="712800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750A797C-AC16-4AEE-AEAE-9156463877D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26" y="2786689"/>
            <a:ext cx="273103" cy="396000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277FABB3-AA4A-1AB1-3B90-2EE79451A12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17" y="2788594"/>
            <a:ext cx="396000" cy="396000"/>
          </a:xfrm>
          <a:prstGeom prst="rect">
            <a:avLst/>
          </a:prstGeom>
        </p:spPr>
      </p:pic>
      <p:pic>
        <p:nvPicPr>
          <p:cNvPr id="251" name="Picture 250">
            <a:extLst>
              <a:ext uri="{FF2B5EF4-FFF2-40B4-BE49-F238E27FC236}">
                <a16:creationId xmlns:a16="http://schemas.microsoft.com/office/drawing/2014/main" id="{2EA949AF-4B4F-9222-295A-A28DA7F70D6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1" y="2786689"/>
            <a:ext cx="304111" cy="396000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D45FE22A-BD62-585A-B7CF-B5325E1039C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752" y="2768794"/>
            <a:ext cx="396000" cy="39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36DFBF-2FD3-11F9-E3E6-ABE247E3C4C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583" y="2768794"/>
            <a:ext cx="396000" cy="39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1A1273-31E9-AE62-3B16-15F79DE5E5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463" y="2768794"/>
            <a:ext cx="304111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3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F7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E2B3D-5811-A4AC-2D39-C2D50F675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CE14555A-D74D-B8E2-DC6D-A602CFB2C55B}"/>
              </a:ext>
            </a:extLst>
          </p:cNvPr>
          <p:cNvSpPr txBox="1"/>
          <p:nvPr/>
        </p:nvSpPr>
        <p:spPr>
          <a:xfrm>
            <a:off x="3085181" y="2536594"/>
            <a:ext cx="7318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00D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MS PGothic" panose="020B0600070205080204" pitchFamily="34" charset="-128"/>
                <a:cs typeface="LilyUPC" panose="020B0604020202020204" pitchFamily="34" charset="-34"/>
              </a:rPr>
              <a:t>CAMPEÕES - COPA</a:t>
            </a:r>
            <a:endParaRPr lang="en-US" sz="6000" dirty="0">
              <a:solidFill>
                <a:srgbClr val="000D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tencil" panose="040409050D0802020404" pitchFamily="82" charset="0"/>
              <a:ea typeface="MS PGothic" panose="020B0600070205080204" pitchFamily="34" charset="-128"/>
              <a:cs typeface="LilyUPC" panose="020B0604020202020204" pitchFamily="34" charset="-34"/>
            </a:endParaRPr>
          </a:p>
        </p:txBody>
      </p:sp>
      <p:pic>
        <p:nvPicPr>
          <p:cNvPr id="6" name="Picture 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9A9B332D-D3FC-D43B-4CE2-50EDB3632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480" y="84723"/>
            <a:ext cx="2764420" cy="2412584"/>
          </a:xfrm>
          <a:prstGeom prst="rect">
            <a:avLst/>
          </a:prstGeom>
        </p:spPr>
      </p:pic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D122389-2AA8-0F6F-8827-CCF56C349048}"/>
              </a:ext>
            </a:extLst>
          </p:cNvPr>
          <p:cNvGrpSpPr/>
          <p:nvPr/>
        </p:nvGrpSpPr>
        <p:grpSpPr>
          <a:xfrm>
            <a:off x="1209424" y="170822"/>
            <a:ext cx="720000" cy="900000"/>
            <a:chOff x="1209424" y="170822"/>
            <a:chExt cx="720000" cy="900000"/>
          </a:xfrm>
        </p:grpSpPr>
        <p:sp>
          <p:nvSpPr>
            <p:cNvPr id="10" name="Flowchart: Off-page Connector 9">
              <a:extLst>
                <a:ext uri="{FF2B5EF4-FFF2-40B4-BE49-F238E27FC236}">
                  <a16:creationId xmlns:a16="http://schemas.microsoft.com/office/drawing/2014/main" id="{302A6B36-EC5B-0FFF-D33D-7623C3034355}"/>
                </a:ext>
              </a:extLst>
            </p:cNvPr>
            <p:cNvSpPr/>
            <p:nvPr/>
          </p:nvSpPr>
          <p:spPr>
            <a:xfrm>
              <a:off x="1209424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52859BB-66F2-92F4-4CD4-26E09999D6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7734" y="172415"/>
              <a:ext cx="187118" cy="133976"/>
            </a:xfrm>
            <a:prstGeom prst="rect">
              <a:avLst/>
            </a:prstGeom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E7824D72-0EED-5F6A-FD2B-4FD0B28CC6C6}"/>
              </a:ext>
            </a:extLst>
          </p:cNvPr>
          <p:cNvGrpSpPr/>
          <p:nvPr/>
        </p:nvGrpSpPr>
        <p:grpSpPr>
          <a:xfrm>
            <a:off x="2197018" y="170822"/>
            <a:ext cx="720000" cy="900000"/>
            <a:chOff x="3183082" y="170822"/>
            <a:chExt cx="720000" cy="900000"/>
          </a:xfrm>
        </p:grpSpPr>
        <p:sp>
          <p:nvSpPr>
            <p:cNvPr id="12" name="Flowchart: Off-page Connector 11">
              <a:extLst>
                <a:ext uri="{FF2B5EF4-FFF2-40B4-BE49-F238E27FC236}">
                  <a16:creationId xmlns:a16="http://schemas.microsoft.com/office/drawing/2014/main" id="{37DB7FBC-802A-DB60-4303-94FCE41893D2}"/>
                </a:ext>
              </a:extLst>
            </p:cNvPr>
            <p:cNvSpPr/>
            <p:nvPr/>
          </p:nvSpPr>
          <p:spPr>
            <a:xfrm>
              <a:off x="3183082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 descr="A flag with stars and stripes&#10;&#10;AI-generated content may be incorrect.">
              <a:extLst>
                <a:ext uri="{FF2B5EF4-FFF2-40B4-BE49-F238E27FC236}">
                  <a16:creationId xmlns:a16="http://schemas.microsoft.com/office/drawing/2014/main" id="{8743B061-08BC-39A1-94B3-695F7B378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393" y="173738"/>
              <a:ext cx="187117" cy="131062"/>
            </a:xfrm>
            <a:prstGeom prst="rect">
              <a:avLst/>
            </a:prstGeom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CE5D4607-CB98-7351-3E27-C0D7DD2556C8}"/>
              </a:ext>
            </a:extLst>
          </p:cNvPr>
          <p:cNvGrpSpPr/>
          <p:nvPr/>
        </p:nvGrpSpPr>
        <p:grpSpPr>
          <a:xfrm>
            <a:off x="221064" y="170822"/>
            <a:ext cx="720000" cy="900000"/>
            <a:chOff x="221064" y="170822"/>
            <a:chExt cx="720000" cy="900000"/>
          </a:xfrm>
        </p:grpSpPr>
        <p:sp>
          <p:nvSpPr>
            <p:cNvPr id="4" name="Flowchart: Off-page Connector 3">
              <a:extLst>
                <a:ext uri="{FF2B5EF4-FFF2-40B4-BE49-F238E27FC236}">
                  <a16:creationId xmlns:a16="http://schemas.microsoft.com/office/drawing/2014/main" id="{64BAC37F-056D-F8D9-88B6-6DA66AADE87C}"/>
                </a:ext>
              </a:extLst>
            </p:cNvPr>
            <p:cNvSpPr/>
            <p:nvPr/>
          </p:nvSpPr>
          <p:spPr>
            <a:xfrm>
              <a:off x="221064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80454A3-176B-CDAB-86DE-94D9840259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373" y="170822"/>
              <a:ext cx="187119" cy="133978"/>
            </a:xfrm>
            <a:prstGeom prst="rect">
              <a:avLst/>
            </a:prstGeom>
          </p:spPr>
        </p:pic>
      </p:grpSp>
      <p:pic>
        <p:nvPicPr>
          <p:cNvPr id="318" name="Picture 317" descr="A logo of a football club&#10;&#10;AI-generated content may be incorrect.">
            <a:extLst>
              <a:ext uri="{FF2B5EF4-FFF2-40B4-BE49-F238E27FC236}">
                <a16:creationId xmlns:a16="http://schemas.microsoft.com/office/drawing/2014/main" id="{9F9DA934-CB94-7532-DCE1-7BFADCF352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54" y="288509"/>
            <a:ext cx="712800" cy="71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4E3AE8-9558-B954-8C18-696A6BE8FE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343" y="288509"/>
            <a:ext cx="699145" cy="712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4722BA-2A13-4FE8-416B-FB4A991ED4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923" y="302909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7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Stencil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2026-07-22T17:25:42Z</dcterms:created>
  <dcterms:modified xsi:type="dcterms:W3CDTF">2026-07-26T06:18:25Z</dcterms:modified>
</cp:coreProperties>
</file>