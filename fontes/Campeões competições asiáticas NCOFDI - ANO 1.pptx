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FC3"/>
    <a:srgbClr val="2300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29A6B5-7D09-45AB-8CFC-3E6FD2E6F47B}" v="82" dt="2026-01-14T14:22:56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C811-3532-2C32-2747-9A25AC86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44F5D-48B9-5B0C-A805-2B2CDB2EF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20BD-E3CB-6B07-392F-DB1A8520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34998-24D6-A2C6-0171-3F3AB041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8B9D4-5970-3AC2-BDA8-199D032A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70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DC0C-ED17-70FF-7AC9-AADAF30B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8BC76-96DA-6697-F8BF-8F556CC10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1E567-A202-3748-C7B0-35E100CE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C3936-E8B0-13BF-D859-D81917629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1BA28-2321-5034-E1C7-3A129337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54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BA79-E1A5-EA7E-CE00-C1556734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B9556-98CE-ECD1-E03F-1102ED251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D85F8-AE24-5E8F-B659-3CCE6455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D168E-5F5A-89EE-4DE5-4E741DF8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7CD64-C353-7D05-00EB-F06C04058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56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27F6-F54E-AD34-FE13-B180B970E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A6084-EC6C-7FBD-A4E7-EA86C99F5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84414-1142-F646-F0FE-6D819FD25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CB5D8-6C39-CA0E-2B5F-8D00F45E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F166D-5E25-5122-68E3-CEEF1046E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88D6D-9EBC-3549-CB05-FE40E925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CA66-CDA2-490C-5DB5-E4E3EE2F5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03070-E86C-3A62-209C-C46315B04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E853E-85B3-8690-CE49-BAFE9AE59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57811-80E8-4106-65F6-C9BC69F5C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3B0F-312B-2140-D928-4C8AA012FA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B608-F3CA-58B4-C40A-B218474C2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2B130-0039-F5B8-CF13-1D46D153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7D0FF2-EFDF-FFA8-3411-BED28109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1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CDB56-920C-829D-6A46-1EF3FCC4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123907-F25D-2729-A824-963E2551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894ED-08AD-B4A4-A172-73DB2632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D2D59-FEE5-BF12-2345-DEF63555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3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D4F6-50DF-7FFD-1AC0-E6A9BFD3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C5F14-A96E-652C-5F70-52E8B3AE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589B5-6F4C-8F5F-B08E-DE1C054A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2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A4B93-141B-C3FF-4FD7-4D16A168B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87F9-CF38-7411-88B2-03F23D6D6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271F6-57E1-B032-375C-93B05C8A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6C673-577A-5F89-82ED-0A9D55EB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36291-3247-B0E2-0FC1-CC4E694F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38FB6-7DEC-0D44-028C-44BC9F60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7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85275-8F41-5C62-65C3-A2474D2D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84780-CC27-61DB-8EE0-A8700B9AD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88598-7F7E-CB88-649C-99CB6AD73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5ED34-C99B-C49C-2AED-067B596B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2F3B3-6D76-7877-A6B7-49778AD1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873BD-4DED-175F-5111-60CF6D37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2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A9AA-A566-38D3-B069-4A1DF582F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902A6-48D9-0095-0A31-7DCC054D28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83081-5720-EB64-3F7E-32DF00FF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6C225-9912-0565-D188-34801AEFF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1CB91-65FB-FEA0-503D-B25054F8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2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4DE64-EBF7-9935-D78D-C59A778C9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A4E83-83F8-6678-AB95-7429DDCBA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C2628-085F-4FC6-B2BC-0BD9F48C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61FC9-D460-16D7-E485-E4F79E53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9783F-6244-12F5-951B-750CFB82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49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ACB11-DA8F-BBEB-1ED5-20EF454A4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39474-C08E-2DD5-3184-C9DBF912A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69D41-9473-A784-3CE8-F850BA26C4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4B822-6C36-41D8-8336-8D808AD5D81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F8E20-4E5A-2EB7-C608-B55E215560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2F0C7-B55C-9E38-DB2A-8183C6BE7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A54AB-BD80-4564-84F7-B0E7FBB0C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sv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svg"/><Relationship Id="rId35" Type="http://schemas.openxmlformats.org/officeDocument/2006/relationships/image" Target="../media/image3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image" Target="../media/image4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50.png"/><Relationship Id="rId18" Type="http://schemas.openxmlformats.org/officeDocument/2006/relationships/image" Target="../media/image52.png"/><Relationship Id="rId26" Type="http://schemas.openxmlformats.org/officeDocument/2006/relationships/image" Target="../media/image23.png"/><Relationship Id="rId39" Type="http://schemas.openxmlformats.org/officeDocument/2006/relationships/image" Target="../media/image59.png"/><Relationship Id="rId3" Type="http://schemas.openxmlformats.org/officeDocument/2006/relationships/image" Target="../media/image46.png"/><Relationship Id="rId21" Type="http://schemas.openxmlformats.org/officeDocument/2006/relationships/image" Target="../media/image54.png"/><Relationship Id="rId34" Type="http://schemas.openxmlformats.org/officeDocument/2006/relationships/image" Target="../media/image35.png"/><Relationship Id="rId7" Type="http://schemas.openxmlformats.org/officeDocument/2006/relationships/image" Target="../media/image48.png"/><Relationship Id="rId12" Type="http://schemas.openxmlformats.org/officeDocument/2006/relationships/image" Target="../media/image11.png"/><Relationship Id="rId17" Type="http://schemas.openxmlformats.org/officeDocument/2006/relationships/image" Target="../media/image51.png"/><Relationship Id="rId25" Type="http://schemas.openxmlformats.org/officeDocument/2006/relationships/image" Target="../media/image18.svg"/><Relationship Id="rId33" Type="http://schemas.openxmlformats.org/officeDocument/2006/relationships/image" Target="../media/image34.svg"/><Relationship Id="rId38" Type="http://schemas.openxmlformats.org/officeDocument/2006/relationships/image" Target="../media/image40.png"/><Relationship Id="rId2" Type="http://schemas.openxmlformats.org/officeDocument/2006/relationships/image" Target="../media/image2.svg"/><Relationship Id="rId16" Type="http://schemas.openxmlformats.org/officeDocument/2006/relationships/image" Target="../media/image14.png"/><Relationship Id="rId20" Type="http://schemas.openxmlformats.org/officeDocument/2006/relationships/image" Target="../media/image53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49.png"/><Relationship Id="rId24" Type="http://schemas.openxmlformats.org/officeDocument/2006/relationships/image" Target="../media/image22.png"/><Relationship Id="rId32" Type="http://schemas.openxmlformats.org/officeDocument/2006/relationships/image" Target="../media/image33.png"/><Relationship Id="rId37" Type="http://schemas.openxmlformats.org/officeDocument/2006/relationships/image" Target="../media/image58.png"/><Relationship Id="rId40" Type="http://schemas.openxmlformats.org/officeDocument/2006/relationships/image" Target="../media/image60.png"/><Relationship Id="rId5" Type="http://schemas.openxmlformats.org/officeDocument/2006/relationships/image" Target="../media/image30.svg"/><Relationship Id="rId15" Type="http://schemas.openxmlformats.org/officeDocument/2006/relationships/image" Target="../media/image29.svg"/><Relationship Id="rId23" Type="http://schemas.openxmlformats.org/officeDocument/2006/relationships/image" Target="../media/image24.png"/><Relationship Id="rId28" Type="http://schemas.openxmlformats.org/officeDocument/2006/relationships/image" Target="../media/image56.png"/><Relationship Id="rId36" Type="http://schemas.openxmlformats.org/officeDocument/2006/relationships/image" Target="../media/image38.svg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31" Type="http://schemas.openxmlformats.org/officeDocument/2006/relationships/image" Target="../media/image32.png"/><Relationship Id="rId4" Type="http://schemas.openxmlformats.org/officeDocument/2006/relationships/image" Target="../media/image1.svg"/><Relationship Id="rId9" Type="http://schemas.openxmlformats.org/officeDocument/2006/relationships/image" Target="../media/image7.png"/><Relationship Id="rId14" Type="http://schemas.openxmlformats.org/officeDocument/2006/relationships/image" Target="../media/image5.png"/><Relationship Id="rId22" Type="http://schemas.openxmlformats.org/officeDocument/2006/relationships/image" Target="../media/image55.png"/><Relationship Id="rId27" Type="http://schemas.openxmlformats.org/officeDocument/2006/relationships/image" Target="../media/image26.png"/><Relationship Id="rId30" Type="http://schemas.openxmlformats.org/officeDocument/2006/relationships/image" Target="../media/image57.png"/><Relationship Id="rId35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8D898F5B-B62E-419D-D75C-82EA0CD6A120}"/>
              </a:ext>
            </a:extLst>
          </p:cNvPr>
          <p:cNvSpPr/>
          <p:nvPr/>
        </p:nvSpPr>
        <p:spPr>
          <a:xfrm>
            <a:off x="221064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7223AE7E-92AE-C009-92C2-7D2BE91838EE}"/>
              </a:ext>
            </a:extLst>
          </p:cNvPr>
          <p:cNvSpPr/>
          <p:nvPr/>
        </p:nvSpPr>
        <p:spPr>
          <a:xfrm>
            <a:off x="1209424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5ECDC371-3088-BA42-81B1-DFC4785A8DA8}"/>
              </a:ext>
            </a:extLst>
          </p:cNvPr>
          <p:cNvSpPr/>
          <p:nvPr/>
        </p:nvSpPr>
        <p:spPr>
          <a:xfrm>
            <a:off x="2196253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6B359370-E774-8C70-B44F-A77C67B71CB9}"/>
              </a:ext>
            </a:extLst>
          </p:cNvPr>
          <p:cNvSpPr/>
          <p:nvPr/>
        </p:nvSpPr>
        <p:spPr>
          <a:xfrm>
            <a:off x="3183082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49FBCF27-04E5-7EED-9933-0B99F4BBF1DB}"/>
              </a:ext>
            </a:extLst>
          </p:cNvPr>
          <p:cNvSpPr/>
          <p:nvPr/>
        </p:nvSpPr>
        <p:spPr>
          <a:xfrm>
            <a:off x="4169911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9DB0F4E2-EAE0-E001-8590-C84A0C55D1F4}"/>
              </a:ext>
            </a:extLst>
          </p:cNvPr>
          <p:cNvSpPr/>
          <p:nvPr/>
        </p:nvSpPr>
        <p:spPr>
          <a:xfrm>
            <a:off x="5156740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961A4822-C921-1BEB-817F-69647BAF9AC3}"/>
              </a:ext>
            </a:extLst>
          </p:cNvPr>
          <p:cNvSpPr/>
          <p:nvPr/>
        </p:nvSpPr>
        <p:spPr>
          <a:xfrm>
            <a:off x="6143569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8C6EEC6E-B7C1-BA8B-9345-0DC142F7B2CD}"/>
              </a:ext>
            </a:extLst>
          </p:cNvPr>
          <p:cNvSpPr/>
          <p:nvPr/>
        </p:nvSpPr>
        <p:spPr>
          <a:xfrm>
            <a:off x="221064" y="2540888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Off-page Connector 11">
            <a:extLst>
              <a:ext uri="{FF2B5EF4-FFF2-40B4-BE49-F238E27FC236}">
                <a16:creationId xmlns:a16="http://schemas.microsoft.com/office/drawing/2014/main" id="{2715FE08-5B41-FC77-7E6C-56AA7F0FD101}"/>
              </a:ext>
            </a:extLst>
          </p:cNvPr>
          <p:cNvSpPr/>
          <p:nvPr/>
        </p:nvSpPr>
        <p:spPr>
          <a:xfrm>
            <a:off x="1209424" y="2540888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Off-page Connector 12">
            <a:extLst>
              <a:ext uri="{FF2B5EF4-FFF2-40B4-BE49-F238E27FC236}">
                <a16:creationId xmlns:a16="http://schemas.microsoft.com/office/drawing/2014/main" id="{1988FE70-1A65-72D6-0DC6-A99A66956283}"/>
              </a:ext>
            </a:extLst>
          </p:cNvPr>
          <p:cNvSpPr/>
          <p:nvPr/>
        </p:nvSpPr>
        <p:spPr>
          <a:xfrm>
            <a:off x="2196253" y="2541950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Off-page Connector 13">
            <a:extLst>
              <a:ext uri="{FF2B5EF4-FFF2-40B4-BE49-F238E27FC236}">
                <a16:creationId xmlns:a16="http://schemas.microsoft.com/office/drawing/2014/main" id="{C36EB528-4331-CC1D-6BA4-EA4F6B933CFA}"/>
              </a:ext>
            </a:extLst>
          </p:cNvPr>
          <p:cNvSpPr/>
          <p:nvPr/>
        </p:nvSpPr>
        <p:spPr>
          <a:xfrm>
            <a:off x="3181387" y="2540888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Off-page Connector 14">
            <a:extLst>
              <a:ext uri="{FF2B5EF4-FFF2-40B4-BE49-F238E27FC236}">
                <a16:creationId xmlns:a16="http://schemas.microsoft.com/office/drawing/2014/main" id="{EDB8F39B-0C0A-D768-F2E9-88E4657A5611}"/>
              </a:ext>
            </a:extLst>
          </p:cNvPr>
          <p:cNvSpPr/>
          <p:nvPr/>
        </p:nvSpPr>
        <p:spPr>
          <a:xfrm>
            <a:off x="221064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75AC285D-1ADF-A602-3A49-0EA93A3433E1}"/>
              </a:ext>
            </a:extLst>
          </p:cNvPr>
          <p:cNvSpPr/>
          <p:nvPr/>
        </p:nvSpPr>
        <p:spPr>
          <a:xfrm>
            <a:off x="1209424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C9AC6C2A-2F78-281D-3571-C379704A88EB}"/>
              </a:ext>
            </a:extLst>
          </p:cNvPr>
          <p:cNvSpPr/>
          <p:nvPr/>
        </p:nvSpPr>
        <p:spPr>
          <a:xfrm>
            <a:off x="2196253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Off-page Connector 17">
            <a:extLst>
              <a:ext uri="{FF2B5EF4-FFF2-40B4-BE49-F238E27FC236}">
                <a16:creationId xmlns:a16="http://schemas.microsoft.com/office/drawing/2014/main" id="{6EBC4257-BF61-3CD2-EAB1-3B9FE0CE12C9}"/>
              </a:ext>
            </a:extLst>
          </p:cNvPr>
          <p:cNvSpPr/>
          <p:nvPr/>
        </p:nvSpPr>
        <p:spPr>
          <a:xfrm>
            <a:off x="3183082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Off-page Connector 18">
            <a:extLst>
              <a:ext uri="{FF2B5EF4-FFF2-40B4-BE49-F238E27FC236}">
                <a16:creationId xmlns:a16="http://schemas.microsoft.com/office/drawing/2014/main" id="{FA6594BA-7EE9-9DA8-F60B-3AEA74E30144}"/>
              </a:ext>
            </a:extLst>
          </p:cNvPr>
          <p:cNvSpPr/>
          <p:nvPr/>
        </p:nvSpPr>
        <p:spPr>
          <a:xfrm>
            <a:off x="4169911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Off-page Connector 19">
            <a:extLst>
              <a:ext uri="{FF2B5EF4-FFF2-40B4-BE49-F238E27FC236}">
                <a16:creationId xmlns:a16="http://schemas.microsoft.com/office/drawing/2014/main" id="{16B1E145-4CFE-1A84-E54E-82ECB5E19161}"/>
              </a:ext>
            </a:extLst>
          </p:cNvPr>
          <p:cNvSpPr/>
          <p:nvPr/>
        </p:nvSpPr>
        <p:spPr>
          <a:xfrm>
            <a:off x="5156740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B2BA28BB-628F-CA79-2BFC-04F09E91873E}"/>
              </a:ext>
            </a:extLst>
          </p:cNvPr>
          <p:cNvSpPr/>
          <p:nvPr/>
        </p:nvSpPr>
        <p:spPr>
          <a:xfrm>
            <a:off x="6143569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Off-page Connector 21">
            <a:extLst>
              <a:ext uri="{FF2B5EF4-FFF2-40B4-BE49-F238E27FC236}">
                <a16:creationId xmlns:a16="http://schemas.microsoft.com/office/drawing/2014/main" id="{CD4DAEC9-4880-7A8C-A5AA-285785F070FE}"/>
              </a:ext>
            </a:extLst>
          </p:cNvPr>
          <p:cNvSpPr/>
          <p:nvPr/>
        </p:nvSpPr>
        <p:spPr>
          <a:xfrm>
            <a:off x="4166521" y="2540888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AF563AC4-CE95-D101-3920-443C979DA012}"/>
              </a:ext>
            </a:extLst>
          </p:cNvPr>
          <p:cNvSpPr/>
          <p:nvPr/>
        </p:nvSpPr>
        <p:spPr>
          <a:xfrm>
            <a:off x="5156740" y="2540888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5111AB-2769-4768-1ED5-8ACBCDF474C6}"/>
              </a:ext>
            </a:extLst>
          </p:cNvPr>
          <p:cNvSpPr txBox="1"/>
          <p:nvPr/>
        </p:nvSpPr>
        <p:spPr>
          <a:xfrm>
            <a:off x="118877" y="3440888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8B6F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CAMPEÕES - PRIMEIRA DIVISÃO</a:t>
            </a:r>
            <a:endParaRPr lang="en-US" sz="6000" dirty="0">
              <a:solidFill>
                <a:srgbClr val="8B6F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441B47BB-45B6-23D4-2AF6-998D806D28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5998" y="576412"/>
            <a:ext cx="3741503" cy="2458886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A6178DA4-8D8D-FB09-27EA-33E60B2880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8010" y="173439"/>
            <a:ext cx="191398" cy="131361"/>
          </a:xfrm>
          <a:prstGeom prst="rect">
            <a:avLst/>
          </a:prstGeom>
        </p:spPr>
      </p:pic>
      <p:pic>
        <p:nvPicPr>
          <p:cNvPr id="57" name="Picture 56" descr="A green and gold logo&#10;&#10;AI-generated content may be incorrect.">
            <a:extLst>
              <a:ext uri="{FF2B5EF4-FFF2-40B4-BE49-F238E27FC236}">
                <a16:creationId xmlns:a16="http://schemas.microsoft.com/office/drawing/2014/main" id="{95BD45CD-23C0-AC68-AE3A-61D7ED7DF5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587" y="304800"/>
            <a:ext cx="712800" cy="712800"/>
          </a:xfrm>
          <a:prstGeom prst="rect">
            <a:avLst/>
          </a:prstGeom>
        </p:spPr>
      </p:pic>
      <p:pic>
        <p:nvPicPr>
          <p:cNvPr id="28" name="Picture 27" descr="A red and white logo&#10;&#10;AI-generated content may be incorrect.">
            <a:extLst>
              <a:ext uri="{FF2B5EF4-FFF2-40B4-BE49-F238E27FC236}">
                <a16:creationId xmlns:a16="http://schemas.microsoft.com/office/drawing/2014/main" id="{34BB4055-405E-F8D4-227A-8DCF07C356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682" y="2670808"/>
            <a:ext cx="712800" cy="712800"/>
          </a:xfrm>
          <a:prstGeom prst="rect">
            <a:avLst/>
          </a:prstGeom>
        </p:spPr>
      </p:pic>
      <p:pic>
        <p:nvPicPr>
          <p:cNvPr id="33" name="Picture 32" descr="A flag with a red circle and black rectangles&#10;&#10;AI-generated content may be incorrect.">
            <a:extLst>
              <a:ext uri="{FF2B5EF4-FFF2-40B4-BE49-F238E27FC236}">
                <a16:creationId xmlns:a16="http://schemas.microsoft.com/office/drawing/2014/main" id="{7D2BDE1E-B803-4CFA-B41D-BACF0C4BB1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196" y="170822"/>
            <a:ext cx="197040" cy="133978"/>
          </a:xfrm>
          <a:prstGeom prst="rect">
            <a:avLst/>
          </a:prstGeom>
        </p:spPr>
      </p:pic>
      <p:pic>
        <p:nvPicPr>
          <p:cNvPr id="35" name="Picture 34" descr="A yellow and blue logo&#10;&#10;AI-generated content may be incorrect.">
            <a:extLst>
              <a:ext uri="{FF2B5EF4-FFF2-40B4-BE49-F238E27FC236}">
                <a16:creationId xmlns:a16="http://schemas.microsoft.com/office/drawing/2014/main" id="{8818821C-1E2D-D41A-C92C-0E8A50960A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816" y="302895"/>
            <a:ext cx="712800" cy="712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F50122-D407-319C-E35D-7FD3910516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63" y="170822"/>
            <a:ext cx="191398" cy="13397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225768C2-8253-E41D-BA47-494F61BA06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9258" y="320040"/>
            <a:ext cx="551232" cy="7128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2E8C2E1-5DFC-2B63-A83C-8BB0DCFE6C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763" y="170822"/>
            <a:ext cx="191398" cy="1339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3FCE0B2-C3F9-DDC3-1DE7-73E33598FA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182" y="320040"/>
            <a:ext cx="573094" cy="7128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C7445C-9988-3685-702C-188FF44AFCC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458" y="172099"/>
            <a:ext cx="191397" cy="13270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A24D5D7-E6D3-BF3E-CDD3-A119473D6B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18" y="325120"/>
            <a:ext cx="712800" cy="7128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8D4CE21-FA1E-22DC-2B7C-B93EE24F040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69" y="2663350"/>
            <a:ext cx="712800" cy="7128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25DD320-A319-3D3C-4BAB-5952C41FE10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76" y="170822"/>
            <a:ext cx="199745" cy="13207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4632AB2-2976-2236-5C4D-1F831C4E86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661" y="304965"/>
            <a:ext cx="712800" cy="7128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CC02131-B0DD-E353-1320-7B8DD458415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166" y="171534"/>
            <a:ext cx="199745" cy="13136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A569680-C6B4-47D6-DD5B-5B4A969CE80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864" y="297180"/>
            <a:ext cx="712800" cy="7128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B9B0E9B1-4449-4868-E731-B8C9455D55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33763" y="1355856"/>
            <a:ext cx="191398" cy="13397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7FA3510-2A10-CA9D-4813-1112C50F2DA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033" y="1476412"/>
            <a:ext cx="547399" cy="7128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F588F97-2634-266A-4495-98A8F22E25C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457" y="1355856"/>
            <a:ext cx="191398" cy="13397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A27FFC4-1767-9D5F-B5EF-2B80ED012EF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038" y="1504233"/>
            <a:ext cx="524359" cy="7128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738912D-5347-D002-8216-22B3BC59282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010" y="1355856"/>
            <a:ext cx="191398" cy="13397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2D270ED7-2414-F48D-DEA2-8D01F341FED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961" y="1506284"/>
            <a:ext cx="684000" cy="6840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7D797CD-E273-BBD2-9DB6-DCFADF276AC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196" y="1355855"/>
            <a:ext cx="191398" cy="140984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6115484-F949-D602-7D83-D61B47E3AA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098" y="1518633"/>
            <a:ext cx="546425" cy="6840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09A4243B-1964-2282-27E7-E4F75C84533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65" y="1355855"/>
            <a:ext cx="191396" cy="13397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8629F7C1-F882-BB1F-9549-BDCCAA7EF14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64" y="1483094"/>
            <a:ext cx="712800" cy="706118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4878ABDE-C7C6-E969-8484-475E21D7855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76" y="1357048"/>
            <a:ext cx="199745" cy="139791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B00E5094-ACF7-AFC0-6630-C25FB5918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29951" y="2540888"/>
            <a:ext cx="195210" cy="141352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2E35A4A4-429A-6C6C-0B7D-42D94B01C9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204639" y="2540888"/>
            <a:ext cx="191398" cy="141352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FE34E84-3908-D7DE-9B1E-B2F3D702625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140" y="1494524"/>
            <a:ext cx="684000" cy="6840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CC88A68F-C21F-9620-08B1-12CD5F11DCD8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166" y="1355856"/>
            <a:ext cx="199745" cy="14098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C92D3C94-E982-3127-0B6E-937CA20A372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987" y="1463855"/>
            <a:ext cx="792000" cy="792000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FA41A7F1-B7CC-29EF-C14F-58EADA422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41906" y="2540888"/>
            <a:ext cx="194996" cy="141351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53885D37-3B72-3081-19F6-F27E9A0DA903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83" y="2688201"/>
            <a:ext cx="501972" cy="712800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A97D2AFC-3263-A0FB-98EF-3DCEC4FDB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222457" y="2540887"/>
            <a:ext cx="191398" cy="141351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2B373F1C-96D2-D62A-7EA1-B0F1936CFE3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995" y="2674618"/>
            <a:ext cx="568346" cy="712800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21A91C83-B4EB-6620-4C9E-342704670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189380" y="2540887"/>
            <a:ext cx="191214" cy="141351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0804DFFC-072C-3D4A-6A59-EFE0F615629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006" y="2698597"/>
            <a:ext cx="712800" cy="7128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BEE9151D-5FCC-3913-746D-4C523ACA9AC7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609" y="2540991"/>
            <a:ext cx="199142" cy="14114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A61DC5B9-6EE7-4618-B97C-E44B38908AC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514" y="2681462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59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E9A8D-BB08-652F-EA1A-AC29E743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lowchart: Off-page Connector 168">
            <a:extLst>
              <a:ext uri="{FF2B5EF4-FFF2-40B4-BE49-F238E27FC236}">
                <a16:creationId xmlns:a16="http://schemas.microsoft.com/office/drawing/2014/main" id="{07343E26-D6A5-D057-81A2-DE4A434D74D1}"/>
              </a:ext>
            </a:extLst>
          </p:cNvPr>
          <p:cNvSpPr/>
          <p:nvPr/>
        </p:nvSpPr>
        <p:spPr>
          <a:xfrm>
            <a:off x="4857584" y="2053982"/>
            <a:ext cx="2037600" cy="2750397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DAA64977-ED95-7943-ED40-879731FE3A7F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8B6F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REBAIXADOS – PRIMEIRA DIVISÃO</a:t>
            </a:r>
            <a:endParaRPr lang="en-US" sz="6000" dirty="0">
              <a:solidFill>
                <a:srgbClr val="8B6F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flag with a red circle and black rectangles&#10;&#10;AI-generated content may be incorrect.">
            <a:extLst>
              <a:ext uri="{FF2B5EF4-FFF2-40B4-BE49-F238E27FC236}">
                <a16:creationId xmlns:a16="http://schemas.microsoft.com/office/drawing/2014/main" id="{B9FBB4C4-46D1-455E-74BE-D40F3C1EF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613" y="2053979"/>
            <a:ext cx="524301" cy="40943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28E5587-C4B7-76D1-7953-B69259F33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3243" y="2847349"/>
            <a:ext cx="747482" cy="1152000"/>
          </a:xfrm>
          <a:prstGeom prst="rect">
            <a:avLst/>
          </a:prstGeom>
        </p:spPr>
      </p:pic>
      <p:pic>
        <p:nvPicPr>
          <p:cNvPr id="7" name="Picture 6" descr="A blue and white logo with white text&#10;&#10;AI-generated content may be incorrect.">
            <a:extLst>
              <a:ext uri="{FF2B5EF4-FFF2-40B4-BE49-F238E27FC236}">
                <a16:creationId xmlns:a16="http://schemas.microsoft.com/office/drawing/2014/main" id="{3123AB7D-18C8-7512-42D4-7F6B662B89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384" y="2847349"/>
            <a:ext cx="986880" cy="1152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14FAB88-0CA9-F3F5-7045-937D6E3392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37557" y="208603"/>
            <a:ext cx="1234440" cy="81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5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36D9A-A3FD-5F44-051E-11EB75AA6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Flowchart: Off-page Connector 168">
            <a:extLst>
              <a:ext uri="{FF2B5EF4-FFF2-40B4-BE49-F238E27FC236}">
                <a16:creationId xmlns:a16="http://schemas.microsoft.com/office/drawing/2014/main" id="{E6469D05-5AE1-E858-379B-981B6B682BBE}"/>
              </a:ext>
            </a:extLst>
          </p:cNvPr>
          <p:cNvSpPr/>
          <p:nvPr/>
        </p:nvSpPr>
        <p:spPr>
          <a:xfrm>
            <a:off x="4857584" y="2053982"/>
            <a:ext cx="2037600" cy="2750397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A7B81D49-E6BC-47D1-0C83-DA8C6FAA6E7C}"/>
              </a:ext>
            </a:extLst>
          </p:cNvPr>
          <p:cNvSpPr txBox="1"/>
          <p:nvPr/>
        </p:nvSpPr>
        <p:spPr>
          <a:xfrm>
            <a:off x="118877" y="5810954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8B6F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PROMOVIDOS – SEGUNDA DIVISÃO</a:t>
            </a:r>
            <a:endParaRPr lang="en-US" sz="6000" dirty="0">
              <a:solidFill>
                <a:srgbClr val="8B6F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flag with a red circle and black rectangles&#10;&#10;AI-generated content may be incorrect.">
            <a:extLst>
              <a:ext uri="{FF2B5EF4-FFF2-40B4-BE49-F238E27FC236}">
                <a16:creationId xmlns:a16="http://schemas.microsoft.com/office/drawing/2014/main" id="{E0DCA438-63FD-76E0-4F6E-CC473C138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613" y="2053979"/>
            <a:ext cx="524301" cy="40943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5489827-D0E2-73AB-CD33-E8E4A8724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7557" y="208603"/>
            <a:ext cx="1234440" cy="81126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AEBDE68-DA07-D5F1-CEFF-FBE2D02C39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37849" y="2878861"/>
            <a:ext cx="1044000" cy="1044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2A8B8D-2342-CB53-483C-FB167D464C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106" y="2811526"/>
            <a:ext cx="1152000" cy="11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35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00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77D81-1C94-3429-8D77-F09E050A4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0934AEE0-3ED2-61DD-D535-D1CE538C88B9}"/>
              </a:ext>
            </a:extLst>
          </p:cNvPr>
          <p:cNvSpPr/>
          <p:nvPr/>
        </p:nvSpPr>
        <p:spPr>
          <a:xfrm>
            <a:off x="221064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17C13875-12DF-985C-3AFF-618023BD2D9B}"/>
              </a:ext>
            </a:extLst>
          </p:cNvPr>
          <p:cNvSpPr/>
          <p:nvPr/>
        </p:nvSpPr>
        <p:spPr>
          <a:xfrm>
            <a:off x="1209424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Off-page Connector 5">
            <a:extLst>
              <a:ext uri="{FF2B5EF4-FFF2-40B4-BE49-F238E27FC236}">
                <a16:creationId xmlns:a16="http://schemas.microsoft.com/office/drawing/2014/main" id="{0EC5403A-8A45-1F34-98BD-C2CDA0952B21}"/>
              </a:ext>
            </a:extLst>
          </p:cNvPr>
          <p:cNvSpPr/>
          <p:nvPr/>
        </p:nvSpPr>
        <p:spPr>
          <a:xfrm>
            <a:off x="2196253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91C1585B-A6FB-4613-1877-362B96A5B37F}"/>
              </a:ext>
            </a:extLst>
          </p:cNvPr>
          <p:cNvSpPr/>
          <p:nvPr/>
        </p:nvSpPr>
        <p:spPr>
          <a:xfrm>
            <a:off x="3183082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37A5A54A-47F5-59D2-DDA8-31B176547A77}"/>
              </a:ext>
            </a:extLst>
          </p:cNvPr>
          <p:cNvSpPr/>
          <p:nvPr/>
        </p:nvSpPr>
        <p:spPr>
          <a:xfrm>
            <a:off x="4169911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0B3BA723-DBAE-08CA-261A-A87833A9AEF0}"/>
              </a:ext>
            </a:extLst>
          </p:cNvPr>
          <p:cNvSpPr/>
          <p:nvPr/>
        </p:nvSpPr>
        <p:spPr>
          <a:xfrm>
            <a:off x="5156740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683FAD97-C7B3-CA49-487E-A7F8B82BCBFB}"/>
              </a:ext>
            </a:extLst>
          </p:cNvPr>
          <p:cNvSpPr/>
          <p:nvPr/>
        </p:nvSpPr>
        <p:spPr>
          <a:xfrm>
            <a:off x="6143569" y="170822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Off-page Connector 14">
            <a:extLst>
              <a:ext uri="{FF2B5EF4-FFF2-40B4-BE49-F238E27FC236}">
                <a16:creationId xmlns:a16="http://schemas.microsoft.com/office/drawing/2014/main" id="{E6FBE3C5-179B-0B0C-2D25-B8B0B3F47788}"/>
              </a:ext>
            </a:extLst>
          </p:cNvPr>
          <p:cNvSpPr/>
          <p:nvPr/>
        </p:nvSpPr>
        <p:spPr>
          <a:xfrm>
            <a:off x="221064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Off-page Connector 15">
            <a:extLst>
              <a:ext uri="{FF2B5EF4-FFF2-40B4-BE49-F238E27FC236}">
                <a16:creationId xmlns:a16="http://schemas.microsoft.com/office/drawing/2014/main" id="{CCC9A45C-E1D3-6270-798F-E49D87533B56}"/>
              </a:ext>
            </a:extLst>
          </p:cNvPr>
          <p:cNvSpPr/>
          <p:nvPr/>
        </p:nvSpPr>
        <p:spPr>
          <a:xfrm>
            <a:off x="1209424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B7F86945-10E3-F2F7-2588-09C4C4300161}"/>
              </a:ext>
            </a:extLst>
          </p:cNvPr>
          <p:cNvSpPr/>
          <p:nvPr/>
        </p:nvSpPr>
        <p:spPr>
          <a:xfrm>
            <a:off x="2196253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Off-page Connector 17">
            <a:extLst>
              <a:ext uri="{FF2B5EF4-FFF2-40B4-BE49-F238E27FC236}">
                <a16:creationId xmlns:a16="http://schemas.microsoft.com/office/drawing/2014/main" id="{F21FB531-31A1-EB82-B9F9-9882EE93CBCA}"/>
              </a:ext>
            </a:extLst>
          </p:cNvPr>
          <p:cNvSpPr/>
          <p:nvPr/>
        </p:nvSpPr>
        <p:spPr>
          <a:xfrm>
            <a:off x="3183082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Off-page Connector 18">
            <a:extLst>
              <a:ext uri="{FF2B5EF4-FFF2-40B4-BE49-F238E27FC236}">
                <a16:creationId xmlns:a16="http://schemas.microsoft.com/office/drawing/2014/main" id="{3D01F4E7-A041-2B08-B0DF-AAC5A86A7A25}"/>
              </a:ext>
            </a:extLst>
          </p:cNvPr>
          <p:cNvSpPr/>
          <p:nvPr/>
        </p:nvSpPr>
        <p:spPr>
          <a:xfrm>
            <a:off x="4169911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Off-page Connector 19">
            <a:extLst>
              <a:ext uri="{FF2B5EF4-FFF2-40B4-BE49-F238E27FC236}">
                <a16:creationId xmlns:a16="http://schemas.microsoft.com/office/drawing/2014/main" id="{44ECACDF-C511-13A9-DA9B-12C2E9ECC183}"/>
              </a:ext>
            </a:extLst>
          </p:cNvPr>
          <p:cNvSpPr/>
          <p:nvPr/>
        </p:nvSpPr>
        <p:spPr>
          <a:xfrm>
            <a:off x="5156740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7C2F0821-A8A4-7F19-5F0E-D297340C903A}"/>
              </a:ext>
            </a:extLst>
          </p:cNvPr>
          <p:cNvSpPr/>
          <p:nvPr/>
        </p:nvSpPr>
        <p:spPr>
          <a:xfrm>
            <a:off x="6143569" y="1355855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61BD0F11-38E4-6E26-F7F8-A68F09AAC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8010" y="173439"/>
            <a:ext cx="191398" cy="131361"/>
          </a:xfrm>
          <a:prstGeom prst="rect">
            <a:avLst/>
          </a:prstGeom>
        </p:spPr>
      </p:pic>
      <p:pic>
        <p:nvPicPr>
          <p:cNvPr id="3" name="Picture 2" descr="A logo with a tiger head and a football ball&#10;&#10;AI-generated content may be incorrect.">
            <a:extLst>
              <a:ext uri="{FF2B5EF4-FFF2-40B4-BE49-F238E27FC236}">
                <a16:creationId xmlns:a16="http://schemas.microsoft.com/office/drawing/2014/main" id="{F4928FDD-B4A9-069F-CE2B-4D12A4145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86" y="304800"/>
            <a:ext cx="610632" cy="712800"/>
          </a:xfrm>
          <a:prstGeom prst="rect">
            <a:avLst/>
          </a:prstGeom>
        </p:spPr>
      </p:pic>
      <p:sp>
        <p:nvSpPr>
          <p:cNvPr id="2" name="Flowchart: Off-page Connector 1">
            <a:extLst>
              <a:ext uri="{FF2B5EF4-FFF2-40B4-BE49-F238E27FC236}">
                <a16:creationId xmlns:a16="http://schemas.microsoft.com/office/drawing/2014/main" id="{60010FE0-B058-7651-BA15-2E063EE71688}"/>
              </a:ext>
            </a:extLst>
          </p:cNvPr>
          <p:cNvSpPr/>
          <p:nvPr/>
        </p:nvSpPr>
        <p:spPr>
          <a:xfrm>
            <a:off x="221064" y="2540888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lowchart: Off-page Connector 25">
            <a:extLst>
              <a:ext uri="{FF2B5EF4-FFF2-40B4-BE49-F238E27FC236}">
                <a16:creationId xmlns:a16="http://schemas.microsoft.com/office/drawing/2014/main" id="{5123D516-18E5-A812-5438-2EF4C8B2C1C9}"/>
              </a:ext>
            </a:extLst>
          </p:cNvPr>
          <p:cNvSpPr/>
          <p:nvPr/>
        </p:nvSpPr>
        <p:spPr>
          <a:xfrm>
            <a:off x="1209424" y="2540888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Off-page Connector 26">
            <a:extLst>
              <a:ext uri="{FF2B5EF4-FFF2-40B4-BE49-F238E27FC236}">
                <a16:creationId xmlns:a16="http://schemas.microsoft.com/office/drawing/2014/main" id="{7F8DF43E-46F6-EC7E-30C9-324FC44F5FDE}"/>
              </a:ext>
            </a:extLst>
          </p:cNvPr>
          <p:cNvSpPr/>
          <p:nvPr/>
        </p:nvSpPr>
        <p:spPr>
          <a:xfrm>
            <a:off x="2196253" y="2541950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lowchart: Off-page Connector 27">
            <a:extLst>
              <a:ext uri="{FF2B5EF4-FFF2-40B4-BE49-F238E27FC236}">
                <a16:creationId xmlns:a16="http://schemas.microsoft.com/office/drawing/2014/main" id="{C77AAFEF-B683-1E5A-9EAB-191DC344B66F}"/>
              </a:ext>
            </a:extLst>
          </p:cNvPr>
          <p:cNvSpPr/>
          <p:nvPr/>
        </p:nvSpPr>
        <p:spPr>
          <a:xfrm>
            <a:off x="3181387" y="2540888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Off-page Connector 28">
            <a:extLst>
              <a:ext uri="{FF2B5EF4-FFF2-40B4-BE49-F238E27FC236}">
                <a16:creationId xmlns:a16="http://schemas.microsoft.com/office/drawing/2014/main" id="{D606A5E7-35C7-A48D-7AF5-2E751806F46B}"/>
              </a:ext>
            </a:extLst>
          </p:cNvPr>
          <p:cNvSpPr/>
          <p:nvPr/>
        </p:nvSpPr>
        <p:spPr>
          <a:xfrm>
            <a:off x="4166521" y="2540888"/>
            <a:ext cx="720000" cy="900000"/>
          </a:xfrm>
          <a:prstGeom prst="flowChartOffpageConnector">
            <a:avLst/>
          </a:prstGeom>
          <a:solidFill>
            <a:srgbClr val="8B6FC3"/>
          </a:solidFill>
          <a:ln>
            <a:solidFill>
              <a:srgbClr val="8B6FC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A6C5E76C-ECD4-4AFF-FCA8-A48EC1F1A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5998" y="576412"/>
            <a:ext cx="3741503" cy="245888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3CAF65D-39A9-96F0-5478-CD0630AFC65B}"/>
              </a:ext>
            </a:extLst>
          </p:cNvPr>
          <p:cNvSpPr txBox="1"/>
          <p:nvPr/>
        </p:nvSpPr>
        <p:spPr>
          <a:xfrm>
            <a:off x="118877" y="3440888"/>
            <a:ext cx="115157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8B6F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CAMPEÕES - COPA</a:t>
            </a:r>
            <a:endParaRPr lang="en-US" sz="6000" dirty="0">
              <a:solidFill>
                <a:srgbClr val="8B6F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3019DB49-BDD7-B6E7-9DDD-680235B76B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2457" y="2540888"/>
            <a:ext cx="191398" cy="141352"/>
          </a:xfrm>
          <a:prstGeom prst="rect">
            <a:avLst/>
          </a:prstGeom>
        </p:spPr>
      </p:pic>
      <p:pic>
        <p:nvPicPr>
          <p:cNvPr id="35" name="Picture 34" descr="A logo with lions heads and a football ball&#10;&#10;AI-generated content may be incorrect.">
            <a:extLst>
              <a:ext uri="{FF2B5EF4-FFF2-40B4-BE49-F238E27FC236}">
                <a16:creationId xmlns:a16="http://schemas.microsoft.com/office/drawing/2014/main" id="{D4C78DD4-685B-E17A-84D1-BD21F576FD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818" y="2675501"/>
            <a:ext cx="712800" cy="712800"/>
          </a:xfrm>
          <a:prstGeom prst="rect">
            <a:avLst/>
          </a:prstGeom>
        </p:spPr>
      </p:pic>
      <p:pic>
        <p:nvPicPr>
          <p:cNvPr id="38" name="Picture 37" descr="A blue and white emblem with a crown and cheetahs&#10;&#10;AI-generated content may be incorrect.">
            <a:extLst>
              <a:ext uri="{FF2B5EF4-FFF2-40B4-BE49-F238E27FC236}">
                <a16:creationId xmlns:a16="http://schemas.microsoft.com/office/drawing/2014/main" id="{55C9D899-E14A-EACD-B5C1-D466EDB60A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600" y="286655"/>
            <a:ext cx="565442" cy="7128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32E5896-CCDB-3813-21B1-E69E7AD34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9258" y="320040"/>
            <a:ext cx="551232" cy="712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CF713B-ED98-3165-3589-057325CE9CF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63" y="170822"/>
            <a:ext cx="191398" cy="1339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6BDB6B-3A0F-17A6-3F9F-8CDACF1A0A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763" y="170822"/>
            <a:ext cx="191398" cy="1339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47DE0C-9484-BD1E-7B16-A91E2357A5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703" y="296180"/>
            <a:ext cx="712800" cy="712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7A5E69A-BF3C-41F2-259F-5B1C988C6F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458" y="172099"/>
            <a:ext cx="191397" cy="13270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55B4063-908B-5FAE-69BE-F3EE0EC27B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453" y="320040"/>
            <a:ext cx="712800" cy="712800"/>
          </a:xfrm>
          <a:prstGeom prst="rect">
            <a:avLst/>
          </a:prstGeom>
        </p:spPr>
      </p:pic>
      <p:pic>
        <p:nvPicPr>
          <p:cNvPr id="37" name="Picture 36" descr="A flag with a red circle and black rectangles&#10;&#10;AI-generated content may be incorrect.">
            <a:extLst>
              <a:ext uri="{FF2B5EF4-FFF2-40B4-BE49-F238E27FC236}">
                <a16:creationId xmlns:a16="http://schemas.microsoft.com/office/drawing/2014/main" id="{CB631584-78DB-663C-6038-A47C525FB8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196" y="170822"/>
            <a:ext cx="197040" cy="13397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5138A09E-9E53-5B9C-24F2-A6A2528BC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9351" y="2540888"/>
            <a:ext cx="195210" cy="14135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D3C8E5B-4101-7938-BA16-62A46E9A076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76" y="170822"/>
            <a:ext cx="199745" cy="13207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B0A6D93-8B0E-6F9C-6329-A7F97301FBB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420" y="310515"/>
            <a:ext cx="549629" cy="7128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F6A2127-4769-CA5A-D20D-5A576703226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80" y="2672961"/>
            <a:ext cx="712800" cy="7128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166DD14-B327-A8BD-C30D-C2544B04382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166" y="171534"/>
            <a:ext cx="199745" cy="13136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6B858B9-1006-0844-FE2D-649BFE9BBA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451" y="298420"/>
            <a:ext cx="606505" cy="7128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F399FEE-446E-83D5-A75D-DBDA55AA9A2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418" y="1505527"/>
            <a:ext cx="712800" cy="7128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93885B1-932C-ABD9-78DE-039DB7D469F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84" y="1486682"/>
            <a:ext cx="587855" cy="712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81F227C-E556-D3F2-C927-AA5CC5344D6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010" y="1352352"/>
            <a:ext cx="191398" cy="14098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07F495-39CA-8BCB-7735-7D9BB14135E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457" y="1355856"/>
            <a:ext cx="191398" cy="133977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E8C529D4-AA0F-DE4C-0725-3D1C8980EA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231857" y="1355855"/>
            <a:ext cx="191398" cy="13397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15AE427-C6E2-187E-B953-11930239C26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942" y="1496839"/>
            <a:ext cx="684000" cy="6840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80B5285-27FA-7651-AE3E-B1E863CCEF0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65" y="1355855"/>
            <a:ext cx="191396" cy="133978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E26DFA78-5960-D2BC-0FAE-AB6E44EC364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80" y="1505073"/>
            <a:ext cx="712800" cy="7128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8BD76A1-A457-FF61-BBC7-F3C3D22D5D1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491" y="1352947"/>
            <a:ext cx="199745" cy="139791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FDFA818B-E26D-C3C0-F5DE-05CC9A64675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789" y="1486682"/>
            <a:ext cx="646652" cy="6228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A89A70-DEE1-01F3-53BF-F27722E51DF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76" y="1352353"/>
            <a:ext cx="199745" cy="14098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4C87A067-BA50-4502-899F-CA1B4D423BD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950" y="1463077"/>
            <a:ext cx="792000" cy="7920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7D5FFD9F-CBB9-86EF-67AA-F33ADBCB1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156261" y="1352758"/>
            <a:ext cx="199744" cy="14135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B72C9462-3A39-C59E-2EC7-876A759A1AE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038" y="1490492"/>
            <a:ext cx="501972" cy="7128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24A5D503-C1E8-9F2F-A668-3A6E0BF87B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231857" y="2540889"/>
            <a:ext cx="191398" cy="141351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5B98752A-3A75-C9F5-9BBE-7400AEA129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208194" y="2540889"/>
            <a:ext cx="191214" cy="14135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A305CB5E-ADBF-71DD-6807-790FA51CA91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507" y="2682240"/>
            <a:ext cx="712800" cy="7128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E64F1ABA-6B04-5ED5-E3EA-318298001B9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094" y="2541098"/>
            <a:ext cx="199142" cy="14114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F9BFBCBB-DE4B-D931-2222-D4CD9D18CAFE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096" y="2683616"/>
            <a:ext cx="684000" cy="6840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CED00093-6981-3A14-89B2-35B393C69F4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549" y="2632519"/>
            <a:ext cx="712800" cy="7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58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30443</TotalTime>
  <Words>15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Estima</dc:creator>
  <cp:lastModifiedBy>Rafael Estima</cp:lastModifiedBy>
  <cp:revision>2</cp:revision>
  <dcterms:created xsi:type="dcterms:W3CDTF">2025-12-04T01:19:14Z</dcterms:created>
  <dcterms:modified xsi:type="dcterms:W3CDTF">2026-07-26T06:11:33Z</dcterms:modified>
</cp:coreProperties>
</file>